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342c509389427c" /><Relationship Type="http://schemas.openxmlformats.org/officeDocument/2006/relationships/extended-properties" Target="/docProps/app.xml" Id="R35714cda2dba4fac" /><Relationship Type="http://schemas.openxmlformats.org/officeDocument/2006/relationships/officeDocument" Target="/ppt/presentation.xml" Id="R54aaaa2c7f814a20" /></Relationships>
</file>

<file path=ppt/presentation.xml><?xml version="1.0" encoding="utf-8"?>
<p:presentation xmlns:p="http://schemas.openxmlformats.org/presentationml/2006/main">
  <p:sldMasterIdLst>
    <p:sldMasterId xmlns:r="http://schemas.openxmlformats.org/officeDocument/2006/relationships" id="2147483648" r:id="Rc534c5c1781e4afe"/>
  </p:sldMasterIdLst>
  <p:notesMasterIdLst>
    <p:notesMasterId xmlns:r="http://schemas.openxmlformats.org/officeDocument/2006/relationships" r:id="R8f0f04803e1345b8"/>
  </p:notesMasterIdLst>
  <p:sldIdLst>
    <p:sldId xmlns:r="http://schemas.openxmlformats.org/officeDocument/2006/relationships" id="256" r:id="Rc6d1fce999964d88"/>
    <p:sldId xmlns:r="http://schemas.openxmlformats.org/officeDocument/2006/relationships" id="257" r:id="R6f7e22854a564a31"/>
    <p:sldId xmlns:r="http://schemas.openxmlformats.org/officeDocument/2006/relationships" id="258" r:id="Ra8b58d4cba1e43b1"/>
    <p:sldId xmlns:r="http://schemas.openxmlformats.org/officeDocument/2006/relationships" id="259" r:id="R0a3a366e2e834995"/>
    <p:sldId xmlns:r="http://schemas.openxmlformats.org/officeDocument/2006/relationships" id="260" r:id="R8212587ab59f494b"/>
    <p:sldId xmlns:r="http://schemas.openxmlformats.org/officeDocument/2006/relationships" id="261" r:id="R4f83110900fc4da4"/>
  </p:sldIdLst>
  <p:sldSz cx="12192000" cy="6858000"/>
  <p:notesSz cx="6858000" cy="9144000"/>
  <p:defaultTextStyle>
    <a:defPPr xmlns:a="http://schemas.openxmlformats.org/drawingml/2006/main">
      <a:buNone/>
    </a:defPPr>
    <a:lvl1pPr xmlns:a="http://schemas.openxmlformats.org/drawingml/2006/main" algn="l" defTabSz="457200">
      <a:spcBef>
        <a:spcPct val="0"/>
      </a:spcBef>
      <a:spcAft>
        <a:spcPct val="0"/>
      </a:spcAft>
      <a:buNone/>
      <a:defRPr kern="1200">
        <a:solidFill>
          <a:schemeClr val="tx1"/>
        </a:solidFill>
        <a:latin typeface="Calibri"/>
        <a:ea typeface="Calibri"/>
        <a:cs typeface="Calibri"/>
      </a:defRPr>
    </a:lvl1pPr>
    <a:lvl2pPr xmlns:a="http://schemas.openxmlformats.org/drawingml/2006/main" marL="457200" algn="l" defTabSz="457200">
      <a:spcBef>
        <a:spcPct val="0"/>
      </a:spcBef>
      <a:spcAft>
        <a:spcPct val="0"/>
      </a:spcAft>
      <a:buNone/>
      <a:defRPr kern="1200">
        <a:solidFill>
          <a:schemeClr val="tx1"/>
        </a:solidFill>
        <a:latin typeface="Calibri"/>
        <a:ea typeface="Calibri"/>
        <a:cs typeface="Calibri"/>
      </a:defRPr>
    </a:lvl2pPr>
    <a:lvl3pPr xmlns:a="http://schemas.openxmlformats.org/drawingml/2006/main" marL="914400" algn="l" defTabSz="457200">
      <a:spcBef>
        <a:spcPct val="0"/>
      </a:spcBef>
      <a:spcAft>
        <a:spcPct val="0"/>
      </a:spcAft>
      <a:buNone/>
      <a:defRPr kern="1200">
        <a:solidFill>
          <a:schemeClr val="tx1"/>
        </a:solidFill>
        <a:latin typeface="Calibri"/>
        <a:ea typeface="Calibri"/>
        <a:cs typeface="Calibri"/>
      </a:defRPr>
    </a:lvl3pPr>
    <a:lvl4pPr xmlns:a="http://schemas.openxmlformats.org/drawingml/2006/main" marL="1371600" algn="l" defTabSz="457200">
      <a:spcBef>
        <a:spcPct val="0"/>
      </a:spcBef>
      <a:spcAft>
        <a:spcPct val="0"/>
      </a:spcAft>
      <a:buNone/>
      <a:defRPr kern="1200">
        <a:solidFill>
          <a:schemeClr val="tx1"/>
        </a:solidFill>
        <a:latin typeface="Calibri"/>
        <a:ea typeface="Calibri"/>
        <a:cs typeface="Calibri"/>
      </a:defRPr>
    </a:lvl4pPr>
    <a:lvl5pPr xmlns:a="http://schemas.openxmlformats.org/drawingml/2006/main" marL="1828800" algn="l" defTabSz="457200">
      <a:spcBef>
        <a:spcPct val="0"/>
      </a:spcBef>
      <a:spcAft>
        <a:spcPct val="0"/>
      </a:spcAft>
      <a:buNone/>
      <a:defRPr kern="1200">
        <a:solidFill>
          <a:schemeClr val="tx1"/>
        </a:solidFill>
        <a:latin typeface="Calibri"/>
        <a:ea typeface="Calibri"/>
        <a:cs typeface="Calibri"/>
      </a:defRPr>
    </a:lvl5pPr>
    <a:lvl6pPr xmlns:a="http://schemas.openxmlformats.org/drawingml/2006/main" marL="2286000" algn="l" defTabSz="914400">
      <a:buNone/>
      <a:defRPr kern="1200">
        <a:solidFill>
          <a:schemeClr val="tx1"/>
        </a:solidFill>
        <a:latin typeface="Calibri"/>
        <a:ea typeface="Calibri"/>
        <a:cs typeface="Calibri"/>
      </a:defRPr>
    </a:lvl6pPr>
    <a:lvl7pPr xmlns:a="http://schemas.openxmlformats.org/drawingml/2006/main" marL="2743200" algn="l" defTabSz="914400">
      <a:buNone/>
      <a:defRPr kern="1200">
        <a:solidFill>
          <a:schemeClr val="tx1"/>
        </a:solidFill>
        <a:latin typeface="Calibri"/>
        <a:ea typeface="Calibri"/>
        <a:cs typeface="Calibri"/>
      </a:defRPr>
    </a:lvl7pPr>
    <a:lvl8pPr xmlns:a="http://schemas.openxmlformats.org/drawingml/2006/main" marL="3200400" algn="l" defTabSz="914400">
      <a:buNone/>
      <a:defRPr kern="1200">
        <a:solidFill>
          <a:schemeClr val="tx1"/>
        </a:solidFill>
        <a:latin typeface="Calibri"/>
        <a:ea typeface="Calibri"/>
        <a:cs typeface="Calibri"/>
      </a:defRPr>
    </a:lvl8pPr>
    <a:lvl9pPr xmlns:a="http://schemas.openxmlformats.org/drawingml/2006/main" marL="3657600" algn="l" defTabSz="914400">
      <a:buNone/>
      <a:defRPr kern="1200">
        <a:solidFill>
          <a:schemeClr val="tx1"/>
        </a:solidFill>
        <a:latin typeface="Calibri"/>
        <a:ea typeface="Calibri"/>
        <a:cs typeface="Calibri"/>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947405655e34f61" /><Relationship Type="http://schemas.openxmlformats.org/officeDocument/2006/relationships/slideMaster" Target="/ppt/slideMasters/slideMaster1.xml" Id="Rc534c5c1781e4afe" /><Relationship Type="http://schemas.openxmlformats.org/officeDocument/2006/relationships/notesMaster" Target="/ppt/notesMasters/notesMaster1.xml" Id="R8f0f04803e1345b8" /><Relationship Type="http://schemas.openxmlformats.org/officeDocument/2006/relationships/presProps" Target="/ppt/presProps.xml" Id="R71777b9243d5437a" /><Relationship Type="http://schemas.openxmlformats.org/officeDocument/2006/relationships/viewProps" Target="/ppt/viewProps.xml" Id="R35d59a897a804cec" /><Relationship Type="http://schemas.openxmlformats.org/officeDocument/2006/relationships/tableStyles" Target="/ppt/tableStyles.xml" Id="Racacd6db04e845eb" /><Relationship Type="http://schemas.openxmlformats.org/officeDocument/2006/relationships/slide" Target="/ppt/slides/slide1.xml" Id="Rc6d1fce999964d88" /><Relationship Type="http://schemas.openxmlformats.org/officeDocument/2006/relationships/slide" Target="/ppt/slides/slide2.xml" Id="R6f7e22854a564a31" /><Relationship Type="http://schemas.openxmlformats.org/officeDocument/2006/relationships/slide" Target="/ppt/slides/slide3.xml" Id="Ra8b58d4cba1e43b1" /><Relationship Type="http://schemas.openxmlformats.org/officeDocument/2006/relationships/slide" Target="/ppt/slides/slide4.xml" Id="R0a3a366e2e834995" /><Relationship Type="http://schemas.openxmlformats.org/officeDocument/2006/relationships/slide" Target="/ppt/slides/slide5.xml" Id="R8212587ab59f494b" /><Relationship Type="http://schemas.openxmlformats.org/officeDocument/2006/relationships/slide" Target="/ppt/slides/slide6.xml" Id="R4f83110900fc4d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b70c7d451548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aec2a906f04968" /><Relationship Type="http://schemas.openxmlformats.org/officeDocument/2006/relationships/notesMaster" Target="/ppt/notesMasters/notesMaster1.xml" Id="Ree0e2502e0914a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c6edac47d646d8" /><Relationship Type="http://schemas.openxmlformats.org/officeDocument/2006/relationships/notesMaster" Target="/ppt/notesMasters/notesMaster1.xml" Id="Rdaefcf9005da4e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fc7d2c1bd24a29" /><Relationship Type="http://schemas.openxmlformats.org/officeDocument/2006/relationships/notesMaster" Target="/ppt/notesMasters/notesMaster1.xml" Id="R2255e6dc129f47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d6bd86da4d47cc" /><Relationship Type="http://schemas.openxmlformats.org/officeDocument/2006/relationships/notesMaster" Target="/ppt/notesMasters/notesMaster1.xml" Id="Rb2f915d5b2b14f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0208dbd62d4285" /><Relationship Type="http://schemas.openxmlformats.org/officeDocument/2006/relationships/notesMaster" Target="/ppt/notesMasters/notesMaster1.xml" Id="R36f2e553fc5841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b4a7ccf8f2480c" /><Relationship Type="http://schemas.openxmlformats.org/officeDocument/2006/relationships/notesMaster" Target="/ppt/notesMasters/notesMaster1.xml" Id="R968cdc29b41942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PramaanScope is a working local prototype for SIH26261. Registered team name and leader supplied by the user. Team ID intentionally left blank at the user's request. Theme is taken from the reproduced problem listing and requires confirmation against the registered portal record. Problem-title source: user-supplied problem-list image. Detailed brief reproduction: https://zaidsayyed.in/tools/sih-problem-statements/sih26261 . The prototype uses synthetic institution records and a demonstration checklist. All statutory decisions remain with competent authorities.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Core example: the synthetic application is for Campus A while certificate version 1 names Campus B. That is a scope discrepancy, not proof of forgery. The working feature set includes a requirement-evidence matrix, original page rendering, clarification requests, candidate replacement, impact preview, fingerprint-bound reviews and retained history. Source: current server/rules.ts, server/store.ts and client/App.tsx. Illustration generated using the built-in image generation tool and does not depict actual institutions. Design foundation: W3C credential verification is distinct from reliance on claims under a verifier's policy: https://www.w3.org/TR/vc-data-model/ . Worldwide novelty is not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 five methodology stages are native editable diagram objects. The screenshot is captured from the actual synthetic application. The sample screen shows 5 findings affected, 1 prior review action and 7 unchanged findings. Counts vary with the registered dependencies and review actions. The prototype reruns all twelve rule functions; dependencies drive the impact set and review validity, not selective rule scheduling. PDF text extraction is server-side. Image OCR runs in the browser with bundled Tesseract English assets and is labeled client-produced, unreviewed extraction. Native PDF inputs are limited to ten pages and uploads to 10 MB. Source: package.json, client/ocr.ts, server/documents.ts, server/rules.ts, server/store.ts and shared/types.ts.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Executed evidence: npm run build succeeded, 40 API/rule tests passed, and the latest protected Playwright correction journey passed. submission/evaluation-results.json records twelve deterministic synthetic PDF cases with expected versus observed outcomes. These are not representative accuracy or officer time-saving estimates. The seed institution and checklist are synthetic. The current protected mode enforces local accounts, sessions, CSRF and application-scoped access but does not implement full production identity lifecycle or multi-tenancy. Feasibility rests on an implemented local workflow. Pilot work includes domain-approved rules, representative extraction, approved issuer access and supported cryptographic signature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Benefits are hypotheses to validate through a pilot, not measured deployment outcomes. The implemented mechanisms are: calculated impact set, precise clarification, controlled candidate activation, preserved versions and reviews, and independent source status remaining unresolved in simulated fixtures. Proposed evaluation compares the same packets under a manual baseline, extraction-only baseline and full PramaanScope workflow. Measure reviewer time, missed affected findings, false discrepancy alerts and unsupported acceptance separately. No percentage savings, national reach, environmental reduction or guaranteed SIH selection is claimed. The generated illustration is conceptual and does not depict real officials or a real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Research is desk research using publisher/government documentation, not a head-to-head vendor benchmark or AICTE officer interview. AICTE handbook announcement: https://www.pib.gov.in/PressReleasePage.aspx?PRID=1983013&amp;lang=2&amp;reg=48 . Instabase: https://docs.instabase.com/automate/validating-packets . Diligent: https://help.diligentoneplatform.com/helpdocs/d1p/en-us/Content/evidence_hub/tasks/respond-to-and-submit-evidence.htm . Kloom: https://kloom.ai/continuous-due-diligence-kyc/ . Entity Locker: https://www.pib.gov.in/PressReleaseIframePage.aspx?PRID=2094574&amp;lang=2&amp;reg=3 . The closest conceptual prior art is evidence-triggered re-evaluation. Our distinction is the actual institutional applicability and permitted-correction implementation. A configurable enterprise platform could support similar behavior. The detailed PS reproduction remains provisional pending the full official brief: https://zaidsayyed.in/tools/sih-problem-statements/sih26261 . Additional foundations: W3C PROV https://www.w3.org/ns/prov and CCA signature verification https://www.cca.gov.in/index.php/signature_verification.html . Do not infer a missing competitor feature from a missing public description.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586c5bf3b647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aabf88704440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1aa0c89cac42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1a42853d7546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e33a91948f14b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c4f5728e05407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0b3ffa40afe4a3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ee170e5edfb448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79bf7d6bee74c6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615eacea2ea431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a680aaf498e438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49509E-3303-40DD-BFE1-A499CB403CF7}"/>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A76A99F-F594-4577-B273-92F6928430FD}"/>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9A910FC4-1068-4FFB-ADAD-B61673748A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E2E997A0-577D-4781-BBD7-123C04C996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5F8080E-9319-4BE3-86AE-D7CD3FB709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8DC27-F7C5-4B47-BA23-EF17EA7430F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9888AC7-09AF-43FD-B277-EC009B78766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04109D0-B145-4AC5-BDF6-0E81141B9F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922C580C-6BE9-4E15-95E8-26EA980A73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B8781E5-37DA-4238-BEBD-4D811EAD0C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595314-932F-4A16-BF36-A2A585B948F5}"/>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2714D45-35B3-41D2-8187-81C60EF20A35}"/>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B8434AA-274F-4D34-AFF7-ED7E4575B2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1FEAD943-0FE2-47EE-A89C-9600A63B7C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E0BDB25-509B-4529-B72C-208DD0AB4D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6F6E4A-DE54-426A-B4B9-89F6FF2E39E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7AA9AFF-E945-4C18-882E-10A81355C5AB}"/>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095FC83-A56B-4DF5-A805-B9E9A34CCA91}"/>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CE33DC49-4A54-4EC3-A33F-80FE24A0D6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EE15A4AD-DBC8-4A94-9E4D-602F1669F1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DA36D6E-54A2-4B58-A3DF-D9B108C8F3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7CC965-040F-48D2-86C7-C354268E6A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728AC39-1EA0-4D15-A223-068519FE2C13}"/>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8423652-FDB9-4A84-A960-1CD944D03624}"/>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5EC31728-10C1-4B9D-860B-9067AE6CB31A}"/>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8F97836-11EB-4857-9A64-2FB540B64F99}"/>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BE1F60A5-2B51-455E-91B6-EE5E53989C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309D56A8-D336-4959-B0F4-C651C4BD03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DF24C26E-51C1-431F-89F6-0BEFBCCC72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63E589-E8BD-44F7-8D26-D93534ECCEC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15AE4476-E12C-4E5B-9271-EF61DEB177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B266E227-906D-412E-A2A9-8623D7A154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7A1F945C-5200-403D-A5B0-AFEF01E6BFA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A79923BC-830F-4E86-A94D-3BBFE4CD7A2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1E892223-4A51-4982-8D0F-4DDDA97331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1605A4B2-716B-4C46-9483-ECAB747959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BDBA9C-BE91-468C-BA5C-A47C6BBD3A47}"/>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1B117F7-63A0-489A-AD04-015F1110199E}"/>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06A0F93A-9D06-4899-B277-261E4E5E10D7}"/>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A6F0A22F-C8B7-4E0B-B6ED-2A091C3F19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4CDBE61E-C695-461D-9F26-AFEC9D75E3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1ED8371F-D278-452B-8024-20E6BEC985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952A40-BA8D-4058-82AF-00135D996837}"/>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99ECFA89-8A7A-4B9F-A81D-50A2123AC7CB}"/>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727393CB-1BF1-46A6-BB70-EED7AD868366}"/>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2DF8823E-090F-4736-83F9-73E0EBD268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5490A6E1-4F98-4721-A2B8-3326D5BCF1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58C75002-3B43-4990-96FD-2BDF8B71C7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F80688-144F-41E4-9DD3-4EBED5BBE9E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701EA5B-1A01-405A-BF31-56371DA76B1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C4BD048-8F9E-495D-985D-63250EBFAD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1099E01A-5B29-46DF-A483-53C95BA0E2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F3FBE2B-D3AC-48B4-905E-F486F9E0A8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5BF6400-9A32-4ADA-A0D6-14E4094471C0}"/>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9CAFEF4-AC80-447F-AE03-347EC313FADB}"/>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FACB583-7B2D-4D63-992A-23FA7C1462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8802E16C-B427-43FA-BA7E-D8ADE7AD83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4C2DBA8-C013-4CF5-A2DE-4D4A0AF7AA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99099b6cd24ae7" /><Relationship Type="http://schemas.openxmlformats.org/officeDocument/2006/relationships/slideLayout" Target="/ppt/slideLayouts/slideLayout1.xml" Id="R1f945536af05416d" /><Relationship Type="http://schemas.openxmlformats.org/officeDocument/2006/relationships/slideLayout" Target="/ppt/slideLayouts/slideLayout2.xml" Id="R87a56ef507434361" /><Relationship Type="http://schemas.openxmlformats.org/officeDocument/2006/relationships/slideLayout" Target="/ppt/slideLayouts/slideLayout3.xml" Id="R68cfd46cb13c4c75" /><Relationship Type="http://schemas.openxmlformats.org/officeDocument/2006/relationships/slideLayout" Target="/ppt/slideLayouts/slideLayout4.xml" Id="Re2f054c7ae2b46e5" /><Relationship Type="http://schemas.openxmlformats.org/officeDocument/2006/relationships/slideLayout" Target="/ppt/slideLayouts/slideLayout5.xml" Id="R9a15d50ccb8642cb" /><Relationship Type="http://schemas.openxmlformats.org/officeDocument/2006/relationships/slideLayout" Target="/ppt/slideLayouts/slideLayout6.xml" Id="Rcd33daa2f0d04dc4" /><Relationship Type="http://schemas.openxmlformats.org/officeDocument/2006/relationships/slideLayout" Target="/ppt/slideLayouts/slideLayout7.xml" Id="Rb2e59806aace4bfe" /><Relationship Type="http://schemas.openxmlformats.org/officeDocument/2006/relationships/slideLayout" Target="/ppt/slideLayouts/slideLayout8.xml" Id="R5203046bbdf04ec8" /><Relationship Type="http://schemas.openxmlformats.org/officeDocument/2006/relationships/slideLayout" Target="/ppt/slideLayouts/slideLayout9.xml" Id="R678eff80802b4430" /><Relationship Type="http://schemas.openxmlformats.org/officeDocument/2006/relationships/slideLayout" Target="/ppt/slideLayouts/slideLayout10.xml" Id="R0a5173345c3b4f45" /><Relationship Type="http://schemas.openxmlformats.org/officeDocument/2006/relationships/slideLayout" Target="/ppt/slideLayouts/slideLayout11.xml" Id="R4369428d70984d6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0BEE7081-F1E9-498B-85BB-7B07A1310C2C}"/>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7C30047E-62F2-42AD-9661-9C4A619697EB}"/>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9F1BDC5-A5ED-4867-BD62-151791685FB7}"/>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E2F36B4B-78E9-4254-94D6-09D5CE89E761}"/>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C18B655-7A5C-4D05-8AE3-F8FE59A9F2AD}"/>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945536af05416d"/>
    <p:sldLayoutId xmlns:r="http://schemas.openxmlformats.org/officeDocument/2006/relationships" id="2147483650" r:id="R87a56ef507434361"/>
    <p:sldLayoutId xmlns:r="http://schemas.openxmlformats.org/officeDocument/2006/relationships" id="2147483651" r:id="R68cfd46cb13c4c75"/>
    <p:sldLayoutId xmlns:r="http://schemas.openxmlformats.org/officeDocument/2006/relationships" id="2147483652" r:id="Re2f054c7ae2b46e5"/>
    <p:sldLayoutId xmlns:r="http://schemas.openxmlformats.org/officeDocument/2006/relationships" id="2147483653" r:id="R9a15d50ccb8642cb"/>
    <p:sldLayoutId xmlns:r="http://schemas.openxmlformats.org/officeDocument/2006/relationships" id="2147483654" r:id="Rcd33daa2f0d04dc4"/>
    <p:sldLayoutId xmlns:r="http://schemas.openxmlformats.org/officeDocument/2006/relationships" id="2147483655" r:id="Rb2e59806aace4bfe"/>
    <p:sldLayoutId xmlns:r="http://schemas.openxmlformats.org/officeDocument/2006/relationships" id="2147483656" r:id="R5203046bbdf04ec8"/>
    <p:sldLayoutId xmlns:r="http://schemas.openxmlformats.org/officeDocument/2006/relationships" id="2147483657" r:id="R678eff80802b4430"/>
    <p:sldLayoutId xmlns:r="http://schemas.openxmlformats.org/officeDocument/2006/relationships" id="2147483658" r:id="R0a5173345c3b4f45"/>
    <p:sldLayoutId xmlns:r="http://schemas.openxmlformats.org/officeDocument/2006/relationships" id="2147483659" r:id="R4369428d70984d60"/>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cf59f0d62543b2" /><Relationship Type="http://schemas.openxmlformats.org/officeDocument/2006/relationships/image" Target="/ppt/media/image.png" Id="Rc831fbb31a474bb2" /><Relationship Type="http://schemas.openxmlformats.org/officeDocument/2006/relationships/image" Target="/ppt/media/image2.png" Id="Rb73679dd600c4b22" /><Relationship Type="http://schemas.openxmlformats.org/officeDocument/2006/relationships/notesSlide" Target="/ppt/notesSlides/notesSlide1.xml" Id="R4b2c49d10c2c4f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d2f725d61dd4f1b" /><Relationship Type="http://schemas.openxmlformats.org/officeDocument/2006/relationships/image" Target="/ppt/media/image3.png" Id="R7f3eea865ef84039" /><Relationship Type="http://schemas.openxmlformats.org/officeDocument/2006/relationships/image" Target="/ppt/media/image2.png" Id="R8e4318fd26c048c8" /><Relationship Type="http://schemas.openxmlformats.org/officeDocument/2006/relationships/notesSlide" Target="/ppt/notesSlides/notesSlide2.xml" Id="Rd53ff72a6aea41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9213160339b4d3a" /><Relationship Type="http://schemas.openxmlformats.org/officeDocument/2006/relationships/image" Target="/ppt/media/image4.png" Id="R48aa2bd74bdb42c8" /><Relationship Type="http://schemas.openxmlformats.org/officeDocument/2006/relationships/image" Target="/ppt/media/image2.png" Id="Raa2935e5c91c4e04" /><Relationship Type="http://schemas.openxmlformats.org/officeDocument/2006/relationships/notesSlide" Target="/ppt/notesSlides/notesSlide3.xml" Id="R898df76473ed4a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9328c1947a04a7c" /><Relationship Type="http://schemas.openxmlformats.org/officeDocument/2006/relationships/image" Target="/ppt/media/image2.png" Id="R3c51c26a05f04ab0" /><Relationship Type="http://schemas.openxmlformats.org/officeDocument/2006/relationships/notesSlide" Target="/ppt/notesSlides/notesSlide4.xml" Id="R14c5d42adf2041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e1606f9d1ab426a" /><Relationship Type="http://schemas.openxmlformats.org/officeDocument/2006/relationships/image" Target="/ppt/media/image5.png" Id="R57e80450727e44aa" /><Relationship Type="http://schemas.openxmlformats.org/officeDocument/2006/relationships/image" Target="/ppt/media/image2.png" Id="Reae3df6699bb4ffb" /><Relationship Type="http://schemas.openxmlformats.org/officeDocument/2006/relationships/notesSlide" Target="/ppt/notesSlides/notesSlide5.xml" Id="Reee73b403c0940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53e5acc538444b1" /><Relationship Type="http://schemas.openxmlformats.org/officeDocument/2006/relationships/hyperlink" Target="https://www.pib.gov.in/PressReleasePage.aspx?PRID=1983013&amp;lang=2&amp;reg=48" TargetMode="External" Id="Re3346f4075664ddd" /><Relationship Type="http://schemas.openxmlformats.org/officeDocument/2006/relationships/hyperlink" Target="https://docs.instabase.com/automate/validating-packets" TargetMode="External" Id="R442773caf87c4aca" /><Relationship Type="http://schemas.openxmlformats.org/officeDocument/2006/relationships/hyperlink" Target="https://help.diligentoneplatform.com/helpdocs/d1p/en-us/Content/evidence_hub/tasks/respond-to-and-submit-evidence.htm" TargetMode="External" Id="R1de2b191cfa94070" /><Relationship Type="http://schemas.openxmlformats.org/officeDocument/2006/relationships/hyperlink" Target="https://kloom.ai/continuous-due-diligence-kyc/" TargetMode="External" Id="R0bbe2982d8e14a70" /><Relationship Type="http://schemas.openxmlformats.org/officeDocument/2006/relationships/hyperlink" Target="https://www.pib.gov.in/PressReleaseIframePage.aspx?PRID=2094574&amp;lang=2&amp;reg=3" TargetMode="External" Id="R02089502444b4b95" /><Relationship Type="http://schemas.openxmlformats.org/officeDocument/2006/relationships/image" Target="/ppt/media/image2.png" Id="Rbd8aade5e42c425d" /><Relationship Type="http://schemas.openxmlformats.org/officeDocument/2006/relationships/notesSlide" Target="/ppt/notesSlides/notesSlide6.xml" Id="Re5782a39e3c3415c"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 name="Picture 4">
            <a:extLst xmlns:a="http://schemas.openxmlformats.org/drawingml/2006/main">
              <a:ext uri="{FF2B5EF4-FFF2-40B4-BE49-F238E27FC236}">
                <a16:creationId xmlns:a16="http://schemas.microsoft.com/office/drawing/2014/main" id="{2ED27EDF-571C-47BB-9136-14E507EC39D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831fbb31a474bb2"/>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D8E71CDD-5E3A-40FB-B30C-F0DCDF9AE464}"/>
              </a:ext>
            </a:extLst>
          </p:cNvPr>
          <p:cNvSpPr>
            <a:spLocks xmlns:a="http://schemas.openxmlformats.org/drawingml/2006/main" noGrp="1"/>
          </p:cNvSpPr>
          <p:nvPr>
            <p:ph type="ctrTitle" idx="0"/>
          </p:nvPr>
        </p:nvSpPr>
        <p:spPr>
          <a:xfrm xmlns:a="http://schemas.openxmlformats.org/drawingml/2006/main">
            <a:off x="333375" y="114300"/>
            <a:ext cx="9286875" cy="714375"/>
          </a:xfrm>
        </p:spPr>
        <p:txBody>
          <a:bodyPr xmlns:a="http://schemas.openxmlformats.org/drawingml/2006/main" wrap="square" lIns="0" tIns="0" rIns="0" bIns="0" anchor="t">
            <a:noAutofit/>
          </a:bodyPr>
          <a:lstStyle xmlns:a="http://schemas.openxmlformats.org/drawingml/2006/main">
            <a:defPPr algn="ctr">
              <a:defRPr sz="3600" b="1">
                <a:solidFill>
                  <a:srgbClr val="1F497D"/>
                </a:solidFill>
                <a:latin typeface="Garamond"/>
                <a:ea typeface="Garamond"/>
                <a:cs typeface="Garamond"/>
              </a:defRPr>
            </a:defPPr>
            <a:lvl1pPr algn="ctr">
              <a:defRPr sz="3600" b="1">
                <a:solidFill>
                  <a:srgbClr val="1F497D"/>
                </a:solidFill>
                <a:latin typeface="Garamond"/>
                <a:ea typeface="Garamond"/>
                <a:cs typeface="Garamond"/>
              </a:defRPr>
            </a:lvl1pPr>
            <a:lvl2pPr algn="ctr">
              <a:defRPr sz="3600" b="1">
                <a:solidFill>
                  <a:srgbClr val="1F497D"/>
                </a:solidFill>
                <a:latin typeface="Garamond"/>
                <a:ea typeface="Garamond"/>
                <a:cs typeface="Garamond"/>
              </a:defRPr>
            </a:lvl2pPr>
            <a:lvl3pPr algn="ctr">
              <a:defRPr sz="3600" b="1">
                <a:solidFill>
                  <a:srgbClr val="1F497D"/>
                </a:solidFill>
                <a:latin typeface="Garamond"/>
                <a:ea typeface="Garamond"/>
                <a:cs typeface="Garamond"/>
              </a:defRPr>
            </a:lvl3pPr>
            <a:lvl4pPr algn="ctr">
              <a:defRPr sz="3600" b="1">
                <a:solidFill>
                  <a:srgbClr val="1F497D"/>
                </a:solidFill>
                <a:latin typeface="Garamond"/>
                <a:ea typeface="Garamond"/>
                <a:cs typeface="Garamond"/>
              </a:defRPr>
            </a:lvl4pPr>
            <a:lvl5pPr algn="ctr">
              <a:defRPr sz="3600" b="1">
                <a:solidFill>
                  <a:srgbClr val="1F497D"/>
                </a:solidFill>
                <a:latin typeface="Garamond"/>
                <a:ea typeface="Garamond"/>
                <a:cs typeface="Garamond"/>
              </a:defRPr>
            </a:lvl5pPr>
            <a:lvl6pPr algn="ctr">
              <a:defRPr sz="3600" b="1">
                <a:solidFill>
                  <a:srgbClr val="1F497D"/>
                </a:solidFill>
                <a:latin typeface="Garamond"/>
                <a:ea typeface="Garamond"/>
                <a:cs typeface="Garamond"/>
              </a:defRPr>
            </a:lvl6pPr>
            <a:lvl7pPr algn="ctr">
              <a:defRPr sz="3600" b="1">
                <a:solidFill>
                  <a:srgbClr val="1F497D"/>
                </a:solidFill>
                <a:latin typeface="Garamond"/>
                <a:ea typeface="Garamond"/>
                <a:cs typeface="Garamond"/>
              </a:defRPr>
            </a:lvl7pPr>
            <a:lvl8pPr algn="ctr">
              <a:defRPr sz="3600" b="1">
                <a:solidFill>
                  <a:srgbClr val="1F497D"/>
                </a:solidFill>
                <a:latin typeface="Garamond"/>
                <a:ea typeface="Garamond"/>
                <a:cs typeface="Garamond"/>
              </a:defRPr>
            </a:lvl8pPr>
            <a:lvl9pPr algn="ctr">
              <a:defRPr sz="3600" b="1">
                <a:solidFill>
                  <a:srgbClr val="1F497D"/>
                </a:solidFill>
                <a:latin typeface="Garamond"/>
                <a:ea typeface="Garamond"/>
                <a:cs typeface="Garamond"/>
              </a:defRPr>
            </a:lvl9pPr>
          </a:lstStyle>
          <a:p xmlns:a="http://schemas.openxmlformats.org/drawingml/2006/main">
            <a:pPr algn="ctr">
              <a:defRPr sz="3600" b="1">
                <a:solidFill>
                  <a:srgbClr val="1F497D"/>
                </a:solidFill>
                <a:latin typeface="Garamond"/>
                <a:ea typeface="Garamond"/>
                <a:cs typeface="Garamond"/>
              </a:defRPr>
            </a:pPr>
            <a:r>
              <a:rPr sz="3600" b="1">
                <a:solidFill>
                  <a:srgbClr val="1F497D"/>
                </a:solidFill>
                <a:latin typeface="Garamond"/>
                <a:ea typeface="Garamond"/>
                <a:cs typeface="Garamond"/>
              </a:rPr>
              <a:t>SMART INDIA HACKATHON 2026</a:t>
            </a:r>
            <a:endParaRPr sz="4000" b="1">
              <a:solidFill>
                <a:schemeClr val="tx2"/>
              </a:solidFill>
              <a:latin typeface="Garamond"/>
              <a:ea typeface="Garamond"/>
              <a:cs typeface="Garamond"/>
            </a:endParaRPr>
          </a:p>
        </p:txBody>
      </p:sp>
      <p:pic>
        <p:nvPicPr>
          <p:cNvPr id="2" name="Picture 1">
            <a:extLst xmlns:a="http://schemas.openxmlformats.org/drawingml/2006/main">
              <a:ext uri="{FF2B5EF4-FFF2-40B4-BE49-F238E27FC236}">
                <a16:creationId xmlns:a16="http://schemas.microsoft.com/office/drawing/2014/main" id="{37E3A7B2-7035-4B98-8A23-5CE327BF0CA7}"/>
              </a:ext>
            </a:extLst>
          </p:cNvPr>
          <p:cNvPicPr>
            <a:picLocks xmlns:a="http://schemas.openxmlformats.org/drawingml/2006/main" noChangeAspect="1"/>
          </p:cNvPicPr>
          <p:nvPr/>
        </p:nvPicPr>
        <p:blipFill>
          <a:blip xmlns:r="http://schemas.openxmlformats.org/officeDocument/2006/relationships" xmlns:a="http://schemas.openxmlformats.org/drawingml/2006/main" r:embed="Rb73679dd600c4b22"/>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38" name="product-name">
            <a:extLst xmlns:a="http://schemas.openxmlformats.org/drawingml/2006/main">
              <a:ext uri="{FF2B5EF4-FFF2-40B4-BE49-F238E27FC236}">
                <a16:creationId xmlns:a16="http://schemas.microsoft.com/office/drawing/2014/main" id="{B3EEA351-F58C-4AD3-9F28-2B8A02BB0BD3}"/>
              </a:ext>
            </a:extLst>
          </p:cNvPr>
          <p:cNvSpPr>
            <a:spLocks xmlns:a="http://schemas.openxmlformats.org/drawingml/2006/main" noGrp="1"/>
          </p:cNvSpPr>
          <p:nvPr/>
        </p:nvSpPr>
        <p:spPr>
          <a:xfrm xmlns:a="http://schemas.openxmlformats.org/drawingml/2006/main">
            <a:off x="419100" y="120015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14243B"/>
                </a:solidFill>
                <a:latin typeface="Arial"/>
                <a:ea typeface="Arial"/>
                <a:cs typeface="Arial"/>
              </a:defRPr>
            </a:defPPr>
            <a:lvl1pPr algn="l">
              <a:defRPr sz="5100" b="1">
                <a:solidFill>
                  <a:srgbClr val="14243B"/>
                </a:solidFill>
                <a:latin typeface="Arial"/>
                <a:ea typeface="Arial"/>
                <a:cs typeface="Arial"/>
              </a:defRPr>
            </a:lvl1pPr>
            <a:lvl2pPr algn="l">
              <a:defRPr sz="5100" b="1">
                <a:solidFill>
                  <a:srgbClr val="14243B"/>
                </a:solidFill>
                <a:latin typeface="Arial"/>
                <a:ea typeface="Arial"/>
                <a:cs typeface="Arial"/>
              </a:defRPr>
            </a:lvl2pPr>
            <a:lvl3pPr algn="l">
              <a:defRPr sz="5100" b="1">
                <a:solidFill>
                  <a:srgbClr val="14243B"/>
                </a:solidFill>
                <a:latin typeface="Arial"/>
                <a:ea typeface="Arial"/>
                <a:cs typeface="Arial"/>
              </a:defRPr>
            </a:lvl3pPr>
            <a:lvl4pPr algn="l">
              <a:defRPr sz="5100" b="1">
                <a:solidFill>
                  <a:srgbClr val="14243B"/>
                </a:solidFill>
                <a:latin typeface="Arial"/>
                <a:ea typeface="Arial"/>
                <a:cs typeface="Arial"/>
              </a:defRPr>
            </a:lvl4pPr>
            <a:lvl5pPr algn="l">
              <a:defRPr sz="5100" b="1">
                <a:solidFill>
                  <a:srgbClr val="14243B"/>
                </a:solidFill>
                <a:latin typeface="Arial"/>
                <a:ea typeface="Arial"/>
                <a:cs typeface="Arial"/>
              </a:defRPr>
            </a:lvl5pPr>
            <a:lvl6pPr algn="l">
              <a:defRPr sz="5100" b="1">
                <a:solidFill>
                  <a:srgbClr val="14243B"/>
                </a:solidFill>
                <a:latin typeface="Arial"/>
                <a:ea typeface="Arial"/>
                <a:cs typeface="Arial"/>
              </a:defRPr>
            </a:lvl6pPr>
            <a:lvl7pPr algn="l">
              <a:defRPr sz="5100" b="1">
                <a:solidFill>
                  <a:srgbClr val="14243B"/>
                </a:solidFill>
                <a:latin typeface="Arial"/>
                <a:ea typeface="Arial"/>
                <a:cs typeface="Arial"/>
              </a:defRPr>
            </a:lvl7pPr>
            <a:lvl8pPr algn="l">
              <a:defRPr sz="5100" b="1">
                <a:solidFill>
                  <a:srgbClr val="14243B"/>
                </a:solidFill>
                <a:latin typeface="Arial"/>
                <a:ea typeface="Arial"/>
                <a:cs typeface="Arial"/>
              </a:defRPr>
            </a:lvl8pPr>
            <a:lvl9pPr algn="l">
              <a:defRPr sz="5100" b="1">
                <a:solidFill>
                  <a:srgbClr val="14243B"/>
                </a:solidFill>
                <a:latin typeface="Arial"/>
                <a:ea typeface="Arial"/>
                <a:cs typeface="Arial"/>
              </a:defRPr>
            </a:lvl9pPr>
          </a:lstStyle>
          <a:p xmlns:a="http://schemas.openxmlformats.org/drawingml/2006/main">
            <a:pPr algn="l">
              <a:defRPr sz="5100" b="1">
                <a:solidFill>
                  <a:srgbClr val="14243B"/>
                </a:solidFill>
                <a:latin typeface="Arial"/>
                <a:ea typeface="Arial"/>
                <a:cs typeface="Arial"/>
              </a:defRPr>
            </a:pPr>
            <a:r>
              <a:rPr sz="5100" b="1">
                <a:solidFill>
                  <a:srgbClr val="14243B"/>
                </a:solidFill>
                <a:latin typeface="Arial"/>
                <a:ea typeface="Arial"/>
                <a:cs typeface="Arial"/>
              </a:rPr>
              <a:t>PramaanScope</a:t>
            </a:r>
          </a:p>
        </p:txBody>
      </p:sp>
      <p:sp>
        <p:nvSpPr>
          <p:cNvPr id="39" name="product-description">
            <a:extLst xmlns:a="http://schemas.openxmlformats.org/drawingml/2006/main">
              <a:ext uri="{FF2B5EF4-FFF2-40B4-BE49-F238E27FC236}">
                <a16:creationId xmlns:a16="http://schemas.microsoft.com/office/drawing/2014/main" id="{15A99294-E4D9-4565-B522-68E9A8782559}"/>
              </a:ext>
            </a:extLst>
          </p:cNvPr>
          <p:cNvSpPr>
            <a:spLocks xmlns:a="http://schemas.openxmlformats.org/drawingml/2006/main" noGrp="1"/>
          </p:cNvSpPr>
          <p:nvPr/>
        </p:nvSpPr>
        <p:spPr>
          <a:xfrm xmlns:a="http://schemas.openxmlformats.org/drawingml/2006/main">
            <a:off x="457200" y="2028825"/>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F766E"/>
                </a:solidFill>
                <a:latin typeface="Arial"/>
                <a:ea typeface="Arial"/>
                <a:cs typeface="Arial"/>
              </a:defRPr>
            </a:defPPr>
            <a:lvl1pPr algn="l">
              <a:defRPr sz="2100" b="1">
                <a:solidFill>
                  <a:srgbClr val="0F766E"/>
                </a:solidFill>
                <a:latin typeface="Arial"/>
                <a:ea typeface="Arial"/>
                <a:cs typeface="Arial"/>
              </a:defRPr>
            </a:lvl1pPr>
            <a:lvl2pPr algn="l">
              <a:defRPr sz="2100" b="1">
                <a:solidFill>
                  <a:srgbClr val="0F766E"/>
                </a:solidFill>
                <a:latin typeface="Arial"/>
                <a:ea typeface="Arial"/>
                <a:cs typeface="Arial"/>
              </a:defRPr>
            </a:lvl2pPr>
            <a:lvl3pPr algn="l">
              <a:defRPr sz="2100" b="1">
                <a:solidFill>
                  <a:srgbClr val="0F766E"/>
                </a:solidFill>
                <a:latin typeface="Arial"/>
                <a:ea typeface="Arial"/>
                <a:cs typeface="Arial"/>
              </a:defRPr>
            </a:lvl3pPr>
            <a:lvl4pPr algn="l">
              <a:defRPr sz="2100" b="1">
                <a:solidFill>
                  <a:srgbClr val="0F766E"/>
                </a:solidFill>
                <a:latin typeface="Arial"/>
                <a:ea typeface="Arial"/>
                <a:cs typeface="Arial"/>
              </a:defRPr>
            </a:lvl4pPr>
            <a:lvl5pPr algn="l">
              <a:defRPr sz="2100" b="1">
                <a:solidFill>
                  <a:srgbClr val="0F766E"/>
                </a:solidFill>
                <a:latin typeface="Arial"/>
                <a:ea typeface="Arial"/>
                <a:cs typeface="Arial"/>
              </a:defRPr>
            </a:lvl5pPr>
            <a:lvl6pPr algn="l">
              <a:defRPr sz="2100" b="1">
                <a:solidFill>
                  <a:srgbClr val="0F766E"/>
                </a:solidFill>
                <a:latin typeface="Arial"/>
                <a:ea typeface="Arial"/>
                <a:cs typeface="Arial"/>
              </a:defRPr>
            </a:lvl6pPr>
            <a:lvl7pPr algn="l">
              <a:defRPr sz="2100" b="1">
                <a:solidFill>
                  <a:srgbClr val="0F766E"/>
                </a:solidFill>
                <a:latin typeface="Arial"/>
                <a:ea typeface="Arial"/>
                <a:cs typeface="Arial"/>
              </a:defRPr>
            </a:lvl7pPr>
            <a:lvl8pPr algn="l">
              <a:defRPr sz="2100" b="1">
                <a:solidFill>
                  <a:srgbClr val="0F766E"/>
                </a:solidFill>
                <a:latin typeface="Arial"/>
                <a:ea typeface="Arial"/>
                <a:cs typeface="Arial"/>
              </a:defRPr>
            </a:lvl8pPr>
            <a:lvl9pPr algn="l">
              <a:defRPr sz="2100" b="1">
                <a:solidFill>
                  <a:srgbClr val="0F766E"/>
                </a:solidFill>
                <a:latin typeface="Arial"/>
                <a:ea typeface="Arial"/>
                <a:cs typeface="Arial"/>
              </a:defRPr>
            </a:lvl9pPr>
          </a:lstStyle>
          <a:p xmlns:a="http://schemas.openxmlformats.org/drawingml/2006/main">
            <a:pPr algn="l">
              <a:defRPr sz="2100" b="1">
                <a:solidFill>
                  <a:srgbClr val="0F766E"/>
                </a:solidFill>
                <a:latin typeface="Arial"/>
                <a:ea typeface="Arial"/>
                <a:cs typeface="Arial"/>
              </a:defRPr>
            </a:pPr>
            <a:r>
              <a:rPr sz="2100" b="1">
                <a:solidFill>
                  <a:srgbClr val="0F766E"/>
                </a:solidFill>
                <a:latin typeface="Arial"/>
                <a:ea typeface="Arial"/>
                <a:cs typeface="Arial"/>
              </a:rPr>
              <a:t>Institutional evidence review</a:t>
            </a:r>
          </a:p>
          <a:p xmlns:a="http://schemas.openxmlformats.org/drawingml/2006/main">
            <a:pPr algn="l">
              <a:defRPr sz="2100" b="1">
                <a:solidFill>
                  <a:srgbClr val="0F766E"/>
                </a:solidFill>
                <a:latin typeface="Arial"/>
                <a:ea typeface="Arial"/>
                <a:cs typeface="Arial"/>
              </a:defRPr>
            </a:pPr>
            <a:r>
              <a:rPr sz="2100" b="1">
                <a:solidFill>
                  <a:srgbClr val="0F766E"/>
                </a:solidFill>
                <a:latin typeface="Arial"/>
                <a:ea typeface="Arial"/>
                <a:cs typeface="Arial"/>
              </a:rPr>
              <a:t>with correction impact tracking</a:t>
            </a:r>
          </a:p>
        </p:txBody>
      </p:sp>
      <p:sp>
        <p:nvSpPr>
          <p:cNvPr id="40" name="ps-id">
            <a:extLst xmlns:a="http://schemas.openxmlformats.org/drawingml/2006/main">
              <a:ext uri="{FF2B5EF4-FFF2-40B4-BE49-F238E27FC236}">
                <a16:creationId xmlns:a16="http://schemas.microsoft.com/office/drawing/2014/main" id="{AC3B1AE8-3CCD-458A-BE39-DF95F3AB1F77}"/>
              </a:ext>
            </a:extLst>
          </p:cNvPr>
          <p:cNvSpPr>
            <a:spLocks xmlns:a="http://schemas.openxmlformats.org/drawingml/2006/main" noGrp="1"/>
          </p:cNvSpPr>
          <p:nvPr/>
        </p:nvSpPr>
        <p:spPr>
          <a:xfrm xmlns:a="http://schemas.openxmlformats.org/drawingml/2006/main">
            <a:off x="457200" y="297180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43B"/>
                </a:solidFill>
                <a:latin typeface="Arial"/>
                <a:ea typeface="Arial"/>
                <a:cs typeface="Arial"/>
              </a:defRPr>
            </a:defPPr>
            <a:lvl1pPr algn="l">
              <a:defRPr sz="1875" b="1">
                <a:solidFill>
                  <a:srgbClr val="14243B"/>
                </a:solidFill>
                <a:latin typeface="Arial"/>
                <a:ea typeface="Arial"/>
                <a:cs typeface="Arial"/>
              </a:defRPr>
            </a:lvl1pPr>
            <a:lvl2pPr algn="l">
              <a:defRPr sz="1875" b="1">
                <a:solidFill>
                  <a:srgbClr val="14243B"/>
                </a:solidFill>
                <a:latin typeface="Arial"/>
                <a:ea typeface="Arial"/>
                <a:cs typeface="Arial"/>
              </a:defRPr>
            </a:lvl2pPr>
            <a:lvl3pPr algn="l">
              <a:defRPr sz="1875" b="1">
                <a:solidFill>
                  <a:srgbClr val="14243B"/>
                </a:solidFill>
                <a:latin typeface="Arial"/>
                <a:ea typeface="Arial"/>
                <a:cs typeface="Arial"/>
              </a:defRPr>
            </a:lvl3pPr>
            <a:lvl4pPr algn="l">
              <a:defRPr sz="1875" b="1">
                <a:solidFill>
                  <a:srgbClr val="14243B"/>
                </a:solidFill>
                <a:latin typeface="Arial"/>
                <a:ea typeface="Arial"/>
                <a:cs typeface="Arial"/>
              </a:defRPr>
            </a:lvl4pPr>
            <a:lvl5pPr algn="l">
              <a:defRPr sz="1875" b="1">
                <a:solidFill>
                  <a:srgbClr val="14243B"/>
                </a:solidFill>
                <a:latin typeface="Arial"/>
                <a:ea typeface="Arial"/>
                <a:cs typeface="Arial"/>
              </a:defRPr>
            </a:lvl5pPr>
            <a:lvl6pPr algn="l">
              <a:defRPr sz="1875" b="1">
                <a:solidFill>
                  <a:srgbClr val="14243B"/>
                </a:solidFill>
                <a:latin typeface="Arial"/>
                <a:ea typeface="Arial"/>
                <a:cs typeface="Arial"/>
              </a:defRPr>
            </a:lvl6pPr>
            <a:lvl7pPr algn="l">
              <a:defRPr sz="1875" b="1">
                <a:solidFill>
                  <a:srgbClr val="14243B"/>
                </a:solidFill>
                <a:latin typeface="Arial"/>
                <a:ea typeface="Arial"/>
                <a:cs typeface="Arial"/>
              </a:defRPr>
            </a:lvl7pPr>
            <a:lvl8pPr algn="l">
              <a:defRPr sz="1875" b="1">
                <a:solidFill>
                  <a:srgbClr val="14243B"/>
                </a:solidFill>
                <a:latin typeface="Arial"/>
                <a:ea typeface="Arial"/>
                <a:cs typeface="Arial"/>
              </a:defRPr>
            </a:lvl8pPr>
            <a:lvl9pPr algn="l">
              <a:defRPr sz="1875" b="1">
                <a:solidFill>
                  <a:srgbClr val="14243B"/>
                </a:solidFill>
                <a:latin typeface="Arial"/>
                <a:ea typeface="Arial"/>
                <a:cs typeface="Arial"/>
              </a:defRPr>
            </a:lvl9pPr>
          </a:lstStyle>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Problem Statement ID: SIH26261</a:t>
            </a:r>
          </a:p>
        </p:txBody>
      </p:sp>
      <p:sp>
        <p:nvSpPr>
          <p:cNvPr id="41" name="ps-title-label">
            <a:extLst xmlns:a="http://schemas.openxmlformats.org/drawingml/2006/main">
              <a:ext uri="{FF2B5EF4-FFF2-40B4-BE49-F238E27FC236}">
                <a16:creationId xmlns:a16="http://schemas.microsoft.com/office/drawing/2014/main" id="{3CD19594-0652-4D61-B158-8018904B0C14}"/>
              </a:ext>
            </a:extLst>
          </p:cNvPr>
          <p:cNvSpPr>
            <a:spLocks xmlns:a="http://schemas.openxmlformats.org/drawingml/2006/main" noGrp="1"/>
          </p:cNvSpPr>
          <p:nvPr/>
        </p:nvSpPr>
        <p:spPr>
          <a:xfrm xmlns:a="http://schemas.openxmlformats.org/drawingml/2006/main">
            <a:off x="457200" y="34194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526176"/>
                </a:solidFill>
                <a:latin typeface="Arial"/>
                <a:ea typeface="Arial"/>
                <a:cs typeface="Arial"/>
              </a:defRPr>
            </a:defPPr>
            <a:lvl1pPr algn="l">
              <a:defRPr sz="1575" b="1">
                <a:solidFill>
                  <a:srgbClr val="526176"/>
                </a:solidFill>
                <a:latin typeface="Arial"/>
                <a:ea typeface="Arial"/>
                <a:cs typeface="Arial"/>
              </a:defRPr>
            </a:lvl1pPr>
            <a:lvl2pPr algn="l">
              <a:defRPr sz="1575" b="1">
                <a:solidFill>
                  <a:srgbClr val="526176"/>
                </a:solidFill>
                <a:latin typeface="Arial"/>
                <a:ea typeface="Arial"/>
                <a:cs typeface="Arial"/>
              </a:defRPr>
            </a:lvl2pPr>
            <a:lvl3pPr algn="l">
              <a:defRPr sz="1575" b="1">
                <a:solidFill>
                  <a:srgbClr val="526176"/>
                </a:solidFill>
                <a:latin typeface="Arial"/>
                <a:ea typeface="Arial"/>
                <a:cs typeface="Arial"/>
              </a:defRPr>
            </a:lvl3pPr>
            <a:lvl4pPr algn="l">
              <a:defRPr sz="1575" b="1">
                <a:solidFill>
                  <a:srgbClr val="526176"/>
                </a:solidFill>
                <a:latin typeface="Arial"/>
                <a:ea typeface="Arial"/>
                <a:cs typeface="Arial"/>
              </a:defRPr>
            </a:lvl4pPr>
            <a:lvl5pPr algn="l">
              <a:defRPr sz="1575" b="1">
                <a:solidFill>
                  <a:srgbClr val="526176"/>
                </a:solidFill>
                <a:latin typeface="Arial"/>
                <a:ea typeface="Arial"/>
                <a:cs typeface="Arial"/>
              </a:defRPr>
            </a:lvl5pPr>
            <a:lvl6pPr algn="l">
              <a:defRPr sz="1575" b="1">
                <a:solidFill>
                  <a:srgbClr val="526176"/>
                </a:solidFill>
                <a:latin typeface="Arial"/>
                <a:ea typeface="Arial"/>
                <a:cs typeface="Arial"/>
              </a:defRPr>
            </a:lvl6pPr>
            <a:lvl7pPr algn="l">
              <a:defRPr sz="1575" b="1">
                <a:solidFill>
                  <a:srgbClr val="526176"/>
                </a:solidFill>
                <a:latin typeface="Arial"/>
                <a:ea typeface="Arial"/>
                <a:cs typeface="Arial"/>
              </a:defRPr>
            </a:lvl7pPr>
            <a:lvl8pPr algn="l">
              <a:defRPr sz="1575" b="1">
                <a:solidFill>
                  <a:srgbClr val="526176"/>
                </a:solidFill>
                <a:latin typeface="Arial"/>
                <a:ea typeface="Arial"/>
                <a:cs typeface="Arial"/>
              </a:defRPr>
            </a:lvl8pPr>
            <a:lvl9pPr algn="l">
              <a:defRPr sz="1575" b="1">
                <a:solidFill>
                  <a:srgbClr val="526176"/>
                </a:solidFill>
                <a:latin typeface="Arial"/>
                <a:ea typeface="Arial"/>
                <a:cs typeface="Arial"/>
              </a:defRPr>
            </a:lvl9pPr>
          </a:lstStyle>
          <a:p xmlns:a="http://schemas.openxmlformats.org/drawingml/2006/main">
            <a:pPr algn="l">
              <a:defRPr sz="1575" b="1">
                <a:solidFill>
                  <a:srgbClr val="526176"/>
                </a:solidFill>
                <a:latin typeface="Arial"/>
                <a:ea typeface="Arial"/>
                <a:cs typeface="Arial"/>
              </a:defRPr>
            </a:pPr>
            <a:r>
              <a:rPr sz="1575" b="1">
                <a:solidFill>
                  <a:srgbClr val="526176"/>
                </a:solidFill>
                <a:latin typeface="Arial"/>
                <a:ea typeface="Arial"/>
                <a:cs typeface="Arial"/>
              </a:rPr>
              <a:t>Problem Statement Title</a:t>
            </a:r>
          </a:p>
        </p:txBody>
      </p:sp>
      <p:sp>
        <p:nvSpPr>
          <p:cNvPr id="42" name="ps-title">
            <a:extLst xmlns:a="http://schemas.openxmlformats.org/drawingml/2006/main">
              <a:ext uri="{FF2B5EF4-FFF2-40B4-BE49-F238E27FC236}">
                <a16:creationId xmlns:a16="http://schemas.microsoft.com/office/drawing/2014/main" id="{9699A276-3044-402E-A892-851DD59C99E4}"/>
              </a:ext>
            </a:extLst>
          </p:cNvPr>
          <p:cNvSpPr>
            <a:spLocks xmlns:a="http://schemas.openxmlformats.org/drawingml/2006/main" noGrp="1"/>
          </p:cNvSpPr>
          <p:nvPr/>
        </p:nvSpPr>
        <p:spPr>
          <a:xfrm xmlns:a="http://schemas.openxmlformats.org/drawingml/2006/main">
            <a:off x="457200" y="374332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43B"/>
                </a:solidFill>
                <a:latin typeface="Arial"/>
                <a:ea typeface="Arial"/>
                <a:cs typeface="Arial"/>
              </a:defRPr>
            </a:defPPr>
            <a:lvl1pPr algn="l">
              <a:defRPr sz="1875" b="1">
                <a:solidFill>
                  <a:srgbClr val="14243B"/>
                </a:solidFill>
                <a:latin typeface="Arial"/>
                <a:ea typeface="Arial"/>
                <a:cs typeface="Arial"/>
              </a:defRPr>
            </a:lvl1pPr>
            <a:lvl2pPr algn="l">
              <a:defRPr sz="1875" b="1">
                <a:solidFill>
                  <a:srgbClr val="14243B"/>
                </a:solidFill>
                <a:latin typeface="Arial"/>
                <a:ea typeface="Arial"/>
                <a:cs typeface="Arial"/>
              </a:defRPr>
            </a:lvl2pPr>
            <a:lvl3pPr algn="l">
              <a:defRPr sz="1875" b="1">
                <a:solidFill>
                  <a:srgbClr val="14243B"/>
                </a:solidFill>
                <a:latin typeface="Arial"/>
                <a:ea typeface="Arial"/>
                <a:cs typeface="Arial"/>
              </a:defRPr>
            </a:lvl3pPr>
            <a:lvl4pPr algn="l">
              <a:defRPr sz="1875" b="1">
                <a:solidFill>
                  <a:srgbClr val="14243B"/>
                </a:solidFill>
                <a:latin typeface="Arial"/>
                <a:ea typeface="Arial"/>
                <a:cs typeface="Arial"/>
              </a:defRPr>
            </a:lvl4pPr>
            <a:lvl5pPr algn="l">
              <a:defRPr sz="1875" b="1">
                <a:solidFill>
                  <a:srgbClr val="14243B"/>
                </a:solidFill>
                <a:latin typeface="Arial"/>
                <a:ea typeface="Arial"/>
                <a:cs typeface="Arial"/>
              </a:defRPr>
            </a:lvl5pPr>
            <a:lvl6pPr algn="l">
              <a:defRPr sz="1875" b="1">
                <a:solidFill>
                  <a:srgbClr val="14243B"/>
                </a:solidFill>
                <a:latin typeface="Arial"/>
                <a:ea typeface="Arial"/>
                <a:cs typeface="Arial"/>
              </a:defRPr>
            </a:lvl6pPr>
            <a:lvl7pPr algn="l">
              <a:defRPr sz="1875" b="1">
                <a:solidFill>
                  <a:srgbClr val="14243B"/>
                </a:solidFill>
                <a:latin typeface="Arial"/>
                <a:ea typeface="Arial"/>
                <a:cs typeface="Arial"/>
              </a:defRPr>
            </a:lvl7pPr>
            <a:lvl8pPr algn="l">
              <a:defRPr sz="1875" b="1">
                <a:solidFill>
                  <a:srgbClr val="14243B"/>
                </a:solidFill>
                <a:latin typeface="Arial"/>
                <a:ea typeface="Arial"/>
                <a:cs typeface="Arial"/>
              </a:defRPr>
            </a:lvl8pPr>
            <a:lvl9pPr algn="l">
              <a:defRPr sz="1875" b="1">
                <a:solidFill>
                  <a:srgbClr val="14243B"/>
                </a:solidFill>
                <a:latin typeface="Arial"/>
                <a:ea typeface="Arial"/>
                <a:cs typeface="Arial"/>
              </a:defRPr>
            </a:lvl9pPr>
          </a:lstStyle>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AI-Powered Application Validation,</a:t>
            </a:r>
          </a:p>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Document Authentication and Regulatory</a:t>
            </a:r>
          </a:p>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Compliance Verification</a:t>
            </a:r>
          </a:p>
        </p:txBody>
      </p:sp>
      <p:sp>
        <p:nvSpPr>
          <p:cNvPr id="43" name="theme-category">
            <a:extLst xmlns:a="http://schemas.openxmlformats.org/drawingml/2006/main">
              <a:ext uri="{FF2B5EF4-FFF2-40B4-BE49-F238E27FC236}">
                <a16:creationId xmlns:a16="http://schemas.microsoft.com/office/drawing/2014/main" id="{7114D556-FB8E-478C-A740-B292BA107510}"/>
              </a:ext>
            </a:extLst>
          </p:cNvPr>
          <p:cNvSpPr>
            <a:spLocks xmlns:a="http://schemas.openxmlformats.org/drawingml/2006/main" noGrp="1"/>
          </p:cNvSpPr>
          <p:nvPr/>
        </p:nvSpPr>
        <p:spPr>
          <a:xfrm xmlns:a="http://schemas.openxmlformats.org/drawingml/2006/main">
            <a:off x="4572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43B"/>
                </a:solidFill>
                <a:latin typeface="Arial"/>
                <a:ea typeface="Arial"/>
                <a:cs typeface="Arial"/>
              </a:defRPr>
            </a:defPPr>
            <a:lvl1pPr algn="l">
              <a:defRPr sz="1725" b="0">
                <a:solidFill>
                  <a:srgbClr val="14243B"/>
                </a:solidFill>
                <a:latin typeface="Arial"/>
                <a:ea typeface="Arial"/>
                <a:cs typeface="Arial"/>
              </a:defRPr>
            </a:lvl1pPr>
            <a:lvl2pPr algn="l">
              <a:defRPr sz="1725" b="0">
                <a:solidFill>
                  <a:srgbClr val="14243B"/>
                </a:solidFill>
                <a:latin typeface="Arial"/>
                <a:ea typeface="Arial"/>
                <a:cs typeface="Arial"/>
              </a:defRPr>
            </a:lvl2pPr>
            <a:lvl3pPr algn="l">
              <a:defRPr sz="1725" b="0">
                <a:solidFill>
                  <a:srgbClr val="14243B"/>
                </a:solidFill>
                <a:latin typeface="Arial"/>
                <a:ea typeface="Arial"/>
                <a:cs typeface="Arial"/>
              </a:defRPr>
            </a:lvl3pPr>
            <a:lvl4pPr algn="l">
              <a:defRPr sz="1725" b="0">
                <a:solidFill>
                  <a:srgbClr val="14243B"/>
                </a:solidFill>
                <a:latin typeface="Arial"/>
                <a:ea typeface="Arial"/>
                <a:cs typeface="Arial"/>
              </a:defRPr>
            </a:lvl4pPr>
            <a:lvl5pPr algn="l">
              <a:defRPr sz="1725" b="0">
                <a:solidFill>
                  <a:srgbClr val="14243B"/>
                </a:solidFill>
                <a:latin typeface="Arial"/>
                <a:ea typeface="Arial"/>
                <a:cs typeface="Arial"/>
              </a:defRPr>
            </a:lvl5pPr>
            <a:lvl6pPr algn="l">
              <a:defRPr sz="1725" b="0">
                <a:solidFill>
                  <a:srgbClr val="14243B"/>
                </a:solidFill>
                <a:latin typeface="Arial"/>
                <a:ea typeface="Arial"/>
                <a:cs typeface="Arial"/>
              </a:defRPr>
            </a:lvl6pPr>
            <a:lvl7pPr algn="l">
              <a:defRPr sz="1725" b="0">
                <a:solidFill>
                  <a:srgbClr val="14243B"/>
                </a:solidFill>
                <a:latin typeface="Arial"/>
                <a:ea typeface="Arial"/>
                <a:cs typeface="Arial"/>
              </a:defRPr>
            </a:lvl7pPr>
            <a:lvl8pPr algn="l">
              <a:defRPr sz="1725" b="0">
                <a:solidFill>
                  <a:srgbClr val="14243B"/>
                </a:solidFill>
                <a:latin typeface="Arial"/>
                <a:ea typeface="Arial"/>
                <a:cs typeface="Arial"/>
              </a:defRPr>
            </a:lvl8pPr>
            <a:lvl9pPr algn="l">
              <a:defRPr sz="1725" b="0">
                <a:solidFill>
                  <a:srgbClr val="14243B"/>
                </a:solidFill>
                <a:latin typeface="Arial"/>
                <a:ea typeface="Arial"/>
                <a:cs typeface="Arial"/>
              </a:defRPr>
            </a:lvl9pPr>
          </a:lstStyle>
          <a:p xmlns:a="http://schemas.openxmlformats.org/drawingml/2006/main">
            <a:pPr algn="l">
              <a:defRPr sz="1725" b="0">
                <a:solidFill>
                  <a:srgbClr val="14243B"/>
                </a:solidFill>
                <a:latin typeface="Arial"/>
                <a:ea typeface="Arial"/>
                <a:cs typeface="Arial"/>
              </a:defRPr>
            </a:pPr>
            <a:r>
              <a:rPr sz="1725" b="0">
                <a:solidFill>
                  <a:srgbClr val="14243B"/>
                </a:solidFill>
                <a:latin typeface="Arial"/>
                <a:ea typeface="Arial"/>
                <a:cs typeface="Arial"/>
              </a:rPr>
              <a:t>Theme: Smart Automation</a:t>
            </a:r>
          </a:p>
          <a:p xmlns:a="http://schemas.openxmlformats.org/drawingml/2006/main">
            <a:pPr algn="l">
              <a:defRPr sz="1725" b="0">
                <a:solidFill>
                  <a:srgbClr val="14243B"/>
                </a:solidFill>
                <a:latin typeface="Arial"/>
                <a:ea typeface="Arial"/>
                <a:cs typeface="Arial"/>
              </a:defRPr>
            </a:pPr>
            <a:r>
              <a:rPr sz="1725" b="0">
                <a:solidFill>
                  <a:srgbClr val="14243B"/>
                </a:solidFill>
                <a:latin typeface="Arial"/>
                <a:ea typeface="Arial"/>
                <a:cs typeface="Arial"/>
              </a:rPr>
              <a:t>PS Category: Software</a:t>
            </a:r>
          </a:p>
        </p:txBody>
      </p:sp>
      <p:sp>
        <p:nvSpPr>
          <p:cNvPr id="44" name="registered-team">
            <a:extLst xmlns:a="http://schemas.openxmlformats.org/drawingml/2006/main">
              <a:ext uri="{FF2B5EF4-FFF2-40B4-BE49-F238E27FC236}">
                <a16:creationId xmlns:a16="http://schemas.microsoft.com/office/drawing/2014/main" id="{72D4A171-40A0-4841-B321-CCA6FFCF0CA3}"/>
              </a:ext>
            </a:extLst>
          </p:cNvPr>
          <p:cNvSpPr>
            <a:spLocks xmlns:a="http://schemas.openxmlformats.org/drawingml/2006/main" noGrp="1"/>
          </p:cNvSpPr>
          <p:nvPr/>
        </p:nvSpPr>
        <p:spPr>
          <a:xfrm xmlns:a="http://schemas.openxmlformats.org/drawingml/2006/main">
            <a:off x="457200" y="56197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43B"/>
                </a:solidFill>
                <a:latin typeface="Arial"/>
                <a:ea typeface="Arial"/>
                <a:cs typeface="Arial"/>
              </a:defRPr>
            </a:defPPr>
            <a:lvl1pPr algn="l">
              <a:defRPr sz="1800" b="1">
                <a:solidFill>
                  <a:srgbClr val="14243B"/>
                </a:solidFill>
                <a:latin typeface="Arial"/>
                <a:ea typeface="Arial"/>
                <a:cs typeface="Arial"/>
              </a:defRPr>
            </a:lvl1pPr>
            <a:lvl2pPr algn="l">
              <a:defRPr sz="1800" b="1">
                <a:solidFill>
                  <a:srgbClr val="14243B"/>
                </a:solidFill>
                <a:latin typeface="Arial"/>
                <a:ea typeface="Arial"/>
                <a:cs typeface="Arial"/>
              </a:defRPr>
            </a:lvl2pPr>
            <a:lvl3pPr algn="l">
              <a:defRPr sz="1800" b="1">
                <a:solidFill>
                  <a:srgbClr val="14243B"/>
                </a:solidFill>
                <a:latin typeface="Arial"/>
                <a:ea typeface="Arial"/>
                <a:cs typeface="Arial"/>
              </a:defRPr>
            </a:lvl3pPr>
            <a:lvl4pPr algn="l">
              <a:defRPr sz="1800" b="1">
                <a:solidFill>
                  <a:srgbClr val="14243B"/>
                </a:solidFill>
                <a:latin typeface="Arial"/>
                <a:ea typeface="Arial"/>
                <a:cs typeface="Arial"/>
              </a:defRPr>
            </a:lvl4pPr>
            <a:lvl5pPr algn="l">
              <a:defRPr sz="1800" b="1">
                <a:solidFill>
                  <a:srgbClr val="14243B"/>
                </a:solidFill>
                <a:latin typeface="Arial"/>
                <a:ea typeface="Arial"/>
                <a:cs typeface="Arial"/>
              </a:defRPr>
            </a:lvl5pPr>
            <a:lvl6pPr algn="l">
              <a:defRPr sz="1800" b="1">
                <a:solidFill>
                  <a:srgbClr val="14243B"/>
                </a:solidFill>
                <a:latin typeface="Arial"/>
                <a:ea typeface="Arial"/>
                <a:cs typeface="Arial"/>
              </a:defRPr>
            </a:lvl6pPr>
            <a:lvl7pPr algn="l">
              <a:defRPr sz="1800" b="1">
                <a:solidFill>
                  <a:srgbClr val="14243B"/>
                </a:solidFill>
                <a:latin typeface="Arial"/>
                <a:ea typeface="Arial"/>
                <a:cs typeface="Arial"/>
              </a:defRPr>
            </a:lvl7pPr>
            <a:lvl8pPr algn="l">
              <a:defRPr sz="1800" b="1">
                <a:solidFill>
                  <a:srgbClr val="14243B"/>
                </a:solidFill>
                <a:latin typeface="Arial"/>
                <a:ea typeface="Arial"/>
                <a:cs typeface="Arial"/>
              </a:defRPr>
            </a:lvl8pPr>
            <a:lvl9pPr algn="l">
              <a:defRPr sz="1800" b="1">
                <a:solidFill>
                  <a:srgbClr val="14243B"/>
                </a:solidFill>
                <a:latin typeface="Arial"/>
                <a:ea typeface="Arial"/>
                <a:cs typeface="Arial"/>
              </a:defRPr>
            </a:lvl9pPr>
          </a:lstStyle>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Team Name: CELESTIAL_OUTLAWS</a:t>
            </a:r>
          </a:p>
        </p:txBody>
      </p:sp>
      <p:sp>
        <p:nvSpPr>
          <p:cNvPr id="45" name="leader-team-id">
            <a:extLst xmlns:a="http://schemas.openxmlformats.org/drawingml/2006/main">
              <a:ext uri="{FF2B5EF4-FFF2-40B4-BE49-F238E27FC236}">
                <a16:creationId xmlns:a16="http://schemas.microsoft.com/office/drawing/2014/main" id="{530B3E58-EB58-41AA-AB2C-AADB28E69EAA}"/>
              </a:ext>
            </a:extLst>
          </p:cNvPr>
          <p:cNvSpPr>
            <a:spLocks xmlns:a="http://schemas.openxmlformats.org/drawingml/2006/main" noGrp="1"/>
          </p:cNvSpPr>
          <p:nvPr/>
        </p:nvSpPr>
        <p:spPr>
          <a:xfrm xmlns:a="http://schemas.openxmlformats.org/drawingml/2006/main">
            <a:off x="457200" y="6019800"/>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43B"/>
                </a:solidFill>
                <a:latin typeface="Arial"/>
                <a:ea typeface="Arial"/>
                <a:cs typeface="Arial"/>
              </a:defRPr>
            </a:defPPr>
            <a:lvl1pPr algn="l">
              <a:defRPr sz="1575" b="0">
                <a:solidFill>
                  <a:srgbClr val="14243B"/>
                </a:solidFill>
                <a:latin typeface="Arial"/>
                <a:ea typeface="Arial"/>
                <a:cs typeface="Arial"/>
              </a:defRPr>
            </a:lvl1pPr>
            <a:lvl2pPr algn="l">
              <a:defRPr sz="1575" b="0">
                <a:solidFill>
                  <a:srgbClr val="14243B"/>
                </a:solidFill>
                <a:latin typeface="Arial"/>
                <a:ea typeface="Arial"/>
                <a:cs typeface="Arial"/>
              </a:defRPr>
            </a:lvl2pPr>
            <a:lvl3pPr algn="l">
              <a:defRPr sz="1575" b="0">
                <a:solidFill>
                  <a:srgbClr val="14243B"/>
                </a:solidFill>
                <a:latin typeface="Arial"/>
                <a:ea typeface="Arial"/>
                <a:cs typeface="Arial"/>
              </a:defRPr>
            </a:lvl3pPr>
            <a:lvl4pPr algn="l">
              <a:defRPr sz="1575" b="0">
                <a:solidFill>
                  <a:srgbClr val="14243B"/>
                </a:solidFill>
                <a:latin typeface="Arial"/>
                <a:ea typeface="Arial"/>
                <a:cs typeface="Arial"/>
              </a:defRPr>
            </a:lvl4pPr>
            <a:lvl5pPr algn="l">
              <a:defRPr sz="1575" b="0">
                <a:solidFill>
                  <a:srgbClr val="14243B"/>
                </a:solidFill>
                <a:latin typeface="Arial"/>
                <a:ea typeface="Arial"/>
                <a:cs typeface="Arial"/>
              </a:defRPr>
            </a:lvl5pPr>
            <a:lvl6pPr algn="l">
              <a:defRPr sz="1575" b="0">
                <a:solidFill>
                  <a:srgbClr val="14243B"/>
                </a:solidFill>
                <a:latin typeface="Arial"/>
                <a:ea typeface="Arial"/>
                <a:cs typeface="Arial"/>
              </a:defRPr>
            </a:lvl6pPr>
            <a:lvl7pPr algn="l">
              <a:defRPr sz="1575" b="0">
                <a:solidFill>
                  <a:srgbClr val="14243B"/>
                </a:solidFill>
                <a:latin typeface="Arial"/>
                <a:ea typeface="Arial"/>
                <a:cs typeface="Arial"/>
              </a:defRPr>
            </a:lvl7pPr>
            <a:lvl8pPr algn="l">
              <a:defRPr sz="1575" b="0">
                <a:solidFill>
                  <a:srgbClr val="14243B"/>
                </a:solidFill>
                <a:latin typeface="Arial"/>
                <a:ea typeface="Arial"/>
                <a:cs typeface="Arial"/>
              </a:defRPr>
            </a:lvl8pPr>
            <a:lvl9pPr algn="l">
              <a:defRPr sz="1575" b="0">
                <a:solidFill>
                  <a:srgbClr val="14243B"/>
                </a:solidFill>
                <a:latin typeface="Arial"/>
                <a:ea typeface="Arial"/>
                <a:cs typeface="Arial"/>
              </a:defRPr>
            </a:lvl9pPr>
          </a:lstStyle>
          <a:p xmlns:a="http://schemas.openxmlformats.org/drawingml/2006/main">
            <a:pPr algn="l">
              <a:defRPr sz="1575" b="0">
                <a:solidFill>
                  <a:srgbClr val="14243B"/>
                </a:solidFill>
                <a:latin typeface="Arial"/>
                <a:ea typeface="Arial"/>
                <a:cs typeface="Arial"/>
              </a:defRPr>
            </a:pPr>
            <a:r>
              <a:rPr sz="1575" b="0">
                <a:solidFill>
                  <a:srgbClr val="14243B"/>
                </a:solidFill>
                <a:latin typeface="Arial"/>
                <a:ea typeface="Arial"/>
                <a:cs typeface="Arial"/>
              </a:rPr>
              <a:t>Team Leader: Akshaj Sherekar</a:t>
            </a:r>
          </a:p>
          <a:p xmlns:a="http://schemas.openxmlformats.org/drawingml/2006/main">
            <a:pPr algn="l">
              <a:defRPr sz="1575" b="0">
                <a:solidFill>
                  <a:srgbClr val="14243B"/>
                </a:solidFill>
                <a:latin typeface="Arial"/>
                <a:ea typeface="Arial"/>
                <a:cs typeface="Arial"/>
              </a:defRPr>
            </a:pPr>
            <a:r>
              <a:rPr sz="1575" b="0">
                <a:solidFill>
                  <a:srgbClr val="14243B"/>
                </a:solidFill>
                <a:latin typeface="Arial"/>
                <a:ea typeface="Arial"/>
                <a:cs typeface="Arial"/>
              </a:rPr>
              <a:t>Team ID: __________________</a:t>
            </a:r>
          </a:p>
        </p:txBody>
      </p:sp>
    </p:spTree>
    <p:extLst>
      <p:ext uri="{BB962C8B-B14F-4D97-AF65-F5344CB8AC3E}">
        <p14:creationId xmlns:p14="http://schemas.microsoft.com/office/powerpoint/2010/main" val="10881887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857A0151-0B14-4FDE-84DE-1120C5AF8ED8}"/>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DC9DD725-EB6C-44B7-8603-7498E783F6E0}"/>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450" b="1">
                <a:solidFill>
                  <a:srgbClr val="000000"/>
                </a:solidFill>
                <a:latin typeface="Times New Roman"/>
                <a:ea typeface="Times New Roman"/>
                <a:cs typeface="Times New Roman"/>
              </a:defRPr>
            </a:defPPr>
            <a:lvl1pPr algn="ctr">
              <a:defRPr sz="3450" b="1">
                <a:solidFill>
                  <a:srgbClr val="000000"/>
                </a:solidFill>
                <a:latin typeface="Times New Roman"/>
                <a:ea typeface="Times New Roman"/>
                <a:cs typeface="Times New Roman"/>
              </a:defRPr>
            </a:lvl1pPr>
            <a:lvl2pPr algn="ctr">
              <a:defRPr sz="3450" b="1">
                <a:solidFill>
                  <a:srgbClr val="000000"/>
                </a:solidFill>
                <a:latin typeface="Times New Roman"/>
                <a:ea typeface="Times New Roman"/>
                <a:cs typeface="Times New Roman"/>
              </a:defRPr>
            </a:lvl2pPr>
            <a:lvl3pPr algn="ctr">
              <a:defRPr sz="3450" b="1">
                <a:solidFill>
                  <a:srgbClr val="000000"/>
                </a:solidFill>
                <a:latin typeface="Times New Roman"/>
                <a:ea typeface="Times New Roman"/>
                <a:cs typeface="Times New Roman"/>
              </a:defRPr>
            </a:lvl3pPr>
            <a:lvl4pPr algn="ctr">
              <a:defRPr sz="3450" b="1">
                <a:solidFill>
                  <a:srgbClr val="000000"/>
                </a:solidFill>
                <a:latin typeface="Times New Roman"/>
                <a:ea typeface="Times New Roman"/>
                <a:cs typeface="Times New Roman"/>
              </a:defRPr>
            </a:lvl4pPr>
            <a:lvl5pPr algn="ctr">
              <a:defRPr sz="3450" b="1">
                <a:solidFill>
                  <a:srgbClr val="000000"/>
                </a:solidFill>
                <a:latin typeface="Times New Roman"/>
                <a:ea typeface="Times New Roman"/>
                <a:cs typeface="Times New Roman"/>
              </a:defRPr>
            </a:lvl5pPr>
            <a:lvl6pPr algn="ctr">
              <a:defRPr sz="3450" b="1">
                <a:solidFill>
                  <a:srgbClr val="000000"/>
                </a:solidFill>
                <a:latin typeface="Times New Roman"/>
                <a:ea typeface="Times New Roman"/>
                <a:cs typeface="Times New Roman"/>
              </a:defRPr>
            </a:lvl6pPr>
            <a:lvl7pPr algn="ctr">
              <a:defRPr sz="3450" b="1">
                <a:solidFill>
                  <a:srgbClr val="000000"/>
                </a:solidFill>
                <a:latin typeface="Times New Roman"/>
                <a:ea typeface="Times New Roman"/>
                <a:cs typeface="Times New Roman"/>
              </a:defRPr>
            </a:lvl7pPr>
            <a:lvl8pPr algn="ctr">
              <a:defRPr sz="3450" b="1">
                <a:solidFill>
                  <a:srgbClr val="000000"/>
                </a:solidFill>
                <a:latin typeface="Times New Roman"/>
                <a:ea typeface="Times New Roman"/>
                <a:cs typeface="Times New Roman"/>
              </a:defRPr>
            </a:lvl8pPr>
            <a:lvl9pPr algn="ctr">
              <a:defRPr sz="3450" b="1">
                <a:solidFill>
                  <a:srgbClr val="000000"/>
                </a:solidFill>
                <a:latin typeface="Times New Roman"/>
                <a:ea typeface="Times New Roman"/>
                <a:cs typeface="Times New Roman"/>
              </a:defRPr>
            </a:lvl9pPr>
          </a:lstStyle>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PRAMAANSCOPE</a:t>
            </a:r>
          </a:p>
        </p:txBody>
      </p:sp>
      <p:sp>
        <p:nvSpPr>
          <p:cNvPr id="6" name="Slide Number Placeholder 5">
            <a:extLst xmlns:a="http://schemas.openxmlformats.org/drawingml/2006/main">
              <a:ext uri="{FF2B5EF4-FFF2-40B4-BE49-F238E27FC236}">
                <a16:creationId xmlns:a16="http://schemas.microsoft.com/office/drawing/2014/main" id="{C39DA921-DCA1-4846-9917-5787EF4B37AB}"/>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algn="r">
              <a:defRPr sz="1125" b="1">
                <a:solidFill>
                  <a:srgbClr val="FFFFFF"/>
                </a:solidFill>
                <a:latin typeface="Arial"/>
                <a:ea typeface="Arial"/>
                <a:cs typeface="Arial"/>
              </a:defRPr>
            </a:pPr>
            <a:fld id="{E2598689-54C9-18A7-3A19-ED76AA08988F}" type="slidenum">
              <a:rPr sz="112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B705955B-18CB-44AC-9D41-78C75365CB1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algn="ctr">
              <a:buNone/>
              <a:defRPr sz="1050">
                <a:solidFill>
                  <a:srgbClr val="FFFFFF"/>
                </a:solidFill>
                <a:latin typeface="Arial"/>
                <a:ea typeface="Arial"/>
                <a:cs typeface="Arial"/>
              </a:defRPr>
            </a:pPr>
            <a:r>
              <a:rPr sz="1050">
                <a:solidFill>
                  <a:srgbClr val="FFFFFF"/>
                </a:solidFill>
                <a:latin typeface="Arial"/>
                <a:ea typeface="Arial"/>
                <a:cs typeface="Arial"/>
              </a:rPr>
              <a:t>@SIH Idea submission- Template</a:t>
            </a:r>
            <a:endParaRPr>
              <a:solidFill>
                <a:schemeClr val="bg1"/>
              </a:solidFill>
            </a:endParaRPr>
          </a:p>
        </p:txBody>
      </p:sp>
      <p:sp>
        <p:nvSpPr>
          <p:cNvPr id="15363" name="solution-subject">
            <a:extLst xmlns:a="http://schemas.openxmlformats.org/drawingml/2006/main">
              <a:ext uri="{FF2B5EF4-FFF2-40B4-BE49-F238E27FC236}">
                <a16:creationId xmlns:a16="http://schemas.microsoft.com/office/drawing/2014/main" id="{87243805-BE6E-4C08-B0DF-B2F1E750FC68}"/>
              </a:ext>
            </a:extLst>
          </p:cNvPr>
          <p:cNvSpPr>
            <a:spLocks xmlns:a="http://schemas.openxmlformats.org/drawingml/2006/main" noGrp="1"/>
          </p:cNvSpPr>
          <p:nvPr/>
        </p:nvSpPr>
        <p:spPr>
          <a:xfrm xmlns:a="http://schemas.openxmlformats.org/drawingml/2006/main">
            <a:off x="457200" y="1257300"/>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F497D"/>
                </a:solidFill>
                <a:latin typeface="Arial"/>
                <a:ea typeface="Arial"/>
                <a:cs typeface="Arial"/>
              </a:defRPr>
            </a:defPPr>
            <a:lvl1pPr algn="l">
              <a:defRPr sz="2400" b="1">
                <a:solidFill>
                  <a:srgbClr val="1F497D"/>
                </a:solidFill>
                <a:latin typeface="Arial"/>
                <a:ea typeface="Arial"/>
                <a:cs typeface="Arial"/>
              </a:defRPr>
            </a:lvl1pPr>
            <a:lvl2pPr algn="l">
              <a:defRPr sz="2400" b="1">
                <a:solidFill>
                  <a:srgbClr val="1F497D"/>
                </a:solidFill>
                <a:latin typeface="Arial"/>
                <a:ea typeface="Arial"/>
                <a:cs typeface="Arial"/>
              </a:defRPr>
            </a:lvl2pPr>
            <a:lvl3pPr algn="l">
              <a:defRPr sz="2400" b="1">
                <a:solidFill>
                  <a:srgbClr val="1F497D"/>
                </a:solidFill>
                <a:latin typeface="Arial"/>
                <a:ea typeface="Arial"/>
                <a:cs typeface="Arial"/>
              </a:defRPr>
            </a:lvl3pPr>
            <a:lvl4pPr algn="l">
              <a:defRPr sz="2400" b="1">
                <a:solidFill>
                  <a:srgbClr val="1F497D"/>
                </a:solidFill>
                <a:latin typeface="Arial"/>
                <a:ea typeface="Arial"/>
                <a:cs typeface="Arial"/>
              </a:defRPr>
            </a:lvl4pPr>
            <a:lvl5pPr algn="l">
              <a:defRPr sz="2400" b="1">
                <a:solidFill>
                  <a:srgbClr val="1F497D"/>
                </a:solidFill>
                <a:latin typeface="Arial"/>
                <a:ea typeface="Arial"/>
                <a:cs typeface="Arial"/>
              </a:defRPr>
            </a:lvl5pPr>
            <a:lvl6pPr algn="l">
              <a:defRPr sz="2400" b="1">
                <a:solidFill>
                  <a:srgbClr val="1F497D"/>
                </a:solidFill>
                <a:latin typeface="Arial"/>
                <a:ea typeface="Arial"/>
                <a:cs typeface="Arial"/>
              </a:defRPr>
            </a:lvl6pPr>
            <a:lvl7pPr algn="l">
              <a:defRPr sz="2400" b="1">
                <a:solidFill>
                  <a:srgbClr val="1F497D"/>
                </a:solidFill>
                <a:latin typeface="Arial"/>
                <a:ea typeface="Arial"/>
                <a:cs typeface="Arial"/>
              </a:defRPr>
            </a:lvl7pPr>
            <a:lvl8pPr algn="l">
              <a:defRPr sz="2400" b="1">
                <a:solidFill>
                  <a:srgbClr val="1F497D"/>
                </a:solidFill>
                <a:latin typeface="Arial"/>
                <a:ea typeface="Arial"/>
                <a:cs typeface="Arial"/>
              </a:defRPr>
            </a:lvl8pPr>
            <a:lvl9pPr algn="l">
              <a:defRPr sz="2400" b="1">
                <a:solidFill>
                  <a:srgbClr val="1F497D"/>
                </a:solidFill>
                <a:latin typeface="Arial"/>
                <a:ea typeface="Arial"/>
                <a:cs typeface="Arial"/>
              </a:defRPr>
            </a:lvl9pPr>
          </a:lstStyle>
          <a:p xmlns:a="http://schemas.openxmlformats.org/drawingml/2006/main">
            <a:pPr algn="l">
              <a:defRPr sz="2400" b="1">
                <a:solidFill>
                  <a:srgbClr val="1F497D"/>
                </a:solidFill>
                <a:latin typeface="Arial"/>
                <a:ea typeface="Arial"/>
                <a:cs typeface="Arial"/>
              </a:defRPr>
            </a:pPr>
            <a:r>
              <a:rPr sz="2400" b="1">
                <a:solidFill>
                  <a:srgbClr val="1F497D"/>
                </a:solidFill>
                <a:latin typeface="Arial"/>
                <a:ea typeface="Arial"/>
                <a:cs typeface="Arial"/>
              </a:rPr>
              <a:t>Evidence that applies to the right campus</a:t>
            </a:r>
          </a:p>
        </p:txBody>
      </p:sp>
      <p:pic>
        <p:nvPicPr>
          <p:cNvPr id="15364" name="">
            <a:extLst xmlns:a="http://schemas.openxmlformats.org/drawingml/2006/main">
              <a:ext uri="{FF2B5EF4-FFF2-40B4-BE49-F238E27FC236}">
                <a16:creationId xmlns:a16="http://schemas.microsoft.com/office/drawing/2014/main" id="{3C57067B-237E-4190-AEB0-079F551D2E8F}"/>
              </a:ext>
            </a:extLst>
          </p:cNvPr>
          <p:cNvPicPr>
            <a:picLocks xmlns:a="http://schemas.openxmlformats.org/drawingml/2006/main" noChangeAspect="1"/>
          </p:cNvPicPr>
          <p:nvPr/>
        </p:nvPicPr>
        <p:blipFill>
          <a:blip xmlns:r="http://schemas.openxmlformats.org/officeDocument/2006/relationships" xmlns:a="http://schemas.openxmlformats.org/drawingml/2006/main" r:embed="R7f3eea865ef84039"/>
          <a:srcRect xmlns:a="http://schemas.openxmlformats.org/drawingml/2006/main" l="0" t="12000" r="0" b="10000"/>
          <a:stretch xmlns:a="http://schemas.openxmlformats.org/drawingml/2006/main"/>
        </p:blipFill>
        <p:spPr>
          <a:xfrm xmlns:a="http://schemas.openxmlformats.org/drawingml/2006/main">
            <a:off x="342900" y="1733550"/>
            <a:ext cx="5143500" cy="3124200"/>
          </a:xfrm>
          <a:prstGeom xmlns:a="http://schemas.openxmlformats.org/drawingml/2006/main" prst="rect">
            <a:avLst/>
          </a:prstGeom>
        </p:spPr>
      </p:pic>
      <p:sp>
        <p:nvSpPr>
          <p:cNvPr id="15365" name="example-caption">
            <a:extLst xmlns:a="http://schemas.openxmlformats.org/drawingml/2006/main">
              <a:ext uri="{FF2B5EF4-FFF2-40B4-BE49-F238E27FC236}">
                <a16:creationId xmlns:a16="http://schemas.microsoft.com/office/drawing/2014/main" id="{64836C3F-C03A-4901-BE7A-341F24AA16FD}"/>
              </a:ext>
            </a:extLst>
          </p:cNvPr>
          <p:cNvSpPr>
            <a:spLocks xmlns:a="http://schemas.openxmlformats.org/drawingml/2006/main" noGrp="1"/>
          </p:cNvSpPr>
          <p:nvPr/>
        </p:nvSpPr>
        <p:spPr>
          <a:xfrm xmlns:a="http://schemas.openxmlformats.org/drawingml/2006/main">
            <a:off x="571500" y="4972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43B"/>
                </a:solidFill>
                <a:latin typeface="Arial"/>
                <a:ea typeface="Arial"/>
                <a:cs typeface="Arial"/>
              </a:defRPr>
            </a:defPPr>
            <a:lvl1pPr algn="l">
              <a:defRPr sz="1875" b="1">
                <a:solidFill>
                  <a:srgbClr val="14243B"/>
                </a:solidFill>
                <a:latin typeface="Arial"/>
                <a:ea typeface="Arial"/>
                <a:cs typeface="Arial"/>
              </a:defRPr>
            </a:lvl1pPr>
            <a:lvl2pPr algn="l">
              <a:defRPr sz="1875" b="1">
                <a:solidFill>
                  <a:srgbClr val="14243B"/>
                </a:solidFill>
                <a:latin typeface="Arial"/>
                <a:ea typeface="Arial"/>
                <a:cs typeface="Arial"/>
              </a:defRPr>
            </a:lvl2pPr>
            <a:lvl3pPr algn="l">
              <a:defRPr sz="1875" b="1">
                <a:solidFill>
                  <a:srgbClr val="14243B"/>
                </a:solidFill>
                <a:latin typeface="Arial"/>
                <a:ea typeface="Arial"/>
                <a:cs typeface="Arial"/>
              </a:defRPr>
            </a:lvl3pPr>
            <a:lvl4pPr algn="l">
              <a:defRPr sz="1875" b="1">
                <a:solidFill>
                  <a:srgbClr val="14243B"/>
                </a:solidFill>
                <a:latin typeface="Arial"/>
                <a:ea typeface="Arial"/>
                <a:cs typeface="Arial"/>
              </a:defRPr>
            </a:lvl4pPr>
            <a:lvl5pPr algn="l">
              <a:defRPr sz="1875" b="1">
                <a:solidFill>
                  <a:srgbClr val="14243B"/>
                </a:solidFill>
                <a:latin typeface="Arial"/>
                <a:ea typeface="Arial"/>
                <a:cs typeface="Arial"/>
              </a:defRPr>
            </a:lvl5pPr>
            <a:lvl6pPr algn="l">
              <a:defRPr sz="1875" b="1">
                <a:solidFill>
                  <a:srgbClr val="14243B"/>
                </a:solidFill>
                <a:latin typeface="Arial"/>
                <a:ea typeface="Arial"/>
                <a:cs typeface="Arial"/>
              </a:defRPr>
            </a:lvl6pPr>
            <a:lvl7pPr algn="l">
              <a:defRPr sz="1875" b="1">
                <a:solidFill>
                  <a:srgbClr val="14243B"/>
                </a:solidFill>
                <a:latin typeface="Arial"/>
                <a:ea typeface="Arial"/>
                <a:cs typeface="Arial"/>
              </a:defRPr>
            </a:lvl7pPr>
            <a:lvl8pPr algn="l">
              <a:defRPr sz="1875" b="1">
                <a:solidFill>
                  <a:srgbClr val="14243B"/>
                </a:solidFill>
                <a:latin typeface="Arial"/>
                <a:ea typeface="Arial"/>
                <a:cs typeface="Arial"/>
              </a:defRPr>
            </a:lvl8pPr>
            <a:lvl9pPr algn="l">
              <a:defRPr sz="1875" b="1">
                <a:solidFill>
                  <a:srgbClr val="14243B"/>
                </a:solidFill>
                <a:latin typeface="Arial"/>
                <a:ea typeface="Arial"/>
                <a:cs typeface="Arial"/>
              </a:defRPr>
            </a:lvl9pPr>
          </a:lstStyle>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Application: Campus A</a:t>
            </a:r>
          </a:p>
          <a:p xmlns:a="http://schemas.openxmlformats.org/drawingml/2006/main">
            <a:pPr algn="l">
              <a:defRPr sz="1875" b="1">
                <a:solidFill>
                  <a:srgbClr val="14243B"/>
                </a:solidFill>
                <a:latin typeface="Arial"/>
                <a:ea typeface="Arial"/>
                <a:cs typeface="Arial"/>
              </a:defRPr>
            </a:pPr>
            <a:r>
              <a:rPr sz="1875" b="1">
                <a:solidFill>
                  <a:srgbClr val="14243B"/>
                </a:solidFill>
                <a:latin typeface="Arial"/>
                <a:ea typeface="Arial"/>
                <a:cs typeface="Arial"/>
              </a:rPr>
              <a:t>Submitted certificate: Campus B</a:t>
            </a:r>
          </a:p>
        </p:txBody>
      </p:sp>
      <p:sp>
        <p:nvSpPr>
          <p:cNvPr id="15366" name="generated-disclosure">
            <a:extLst xmlns:a="http://schemas.openxmlformats.org/drawingml/2006/main">
              <a:ext uri="{FF2B5EF4-FFF2-40B4-BE49-F238E27FC236}">
                <a16:creationId xmlns:a16="http://schemas.microsoft.com/office/drawing/2014/main" id="{5B05D765-1734-4412-B73D-BDDC97A05958}"/>
              </a:ext>
            </a:extLst>
          </p:cNvPr>
          <p:cNvSpPr>
            <a:spLocks xmlns:a="http://schemas.openxmlformats.org/drawingml/2006/main" noGrp="1"/>
          </p:cNvSpPr>
          <p:nvPr/>
        </p:nvSpPr>
        <p:spPr>
          <a:xfrm xmlns:a="http://schemas.openxmlformats.org/drawingml/2006/main">
            <a:off x="571500" y="580072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76"/>
                </a:solidFill>
                <a:latin typeface="Arial"/>
                <a:ea typeface="Arial"/>
                <a:cs typeface="Arial"/>
              </a:defRPr>
            </a:defPPr>
            <a:lvl1pPr algn="l">
              <a:defRPr sz="1200" b="0">
                <a:solidFill>
                  <a:srgbClr val="526176"/>
                </a:solidFill>
                <a:latin typeface="Arial"/>
                <a:ea typeface="Arial"/>
                <a:cs typeface="Arial"/>
              </a:defRPr>
            </a:lvl1pPr>
            <a:lvl2pPr algn="l">
              <a:defRPr sz="1200" b="0">
                <a:solidFill>
                  <a:srgbClr val="526176"/>
                </a:solidFill>
                <a:latin typeface="Arial"/>
                <a:ea typeface="Arial"/>
                <a:cs typeface="Arial"/>
              </a:defRPr>
            </a:lvl2pPr>
            <a:lvl3pPr algn="l">
              <a:defRPr sz="1200" b="0">
                <a:solidFill>
                  <a:srgbClr val="526176"/>
                </a:solidFill>
                <a:latin typeface="Arial"/>
                <a:ea typeface="Arial"/>
                <a:cs typeface="Arial"/>
              </a:defRPr>
            </a:lvl3pPr>
            <a:lvl4pPr algn="l">
              <a:defRPr sz="1200" b="0">
                <a:solidFill>
                  <a:srgbClr val="526176"/>
                </a:solidFill>
                <a:latin typeface="Arial"/>
                <a:ea typeface="Arial"/>
                <a:cs typeface="Arial"/>
              </a:defRPr>
            </a:lvl4pPr>
            <a:lvl5pPr algn="l">
              <a:defRPr sz="1200" b="0">
                <a:solidFill>
                  <a:srgbClr val="526176"/>
                </a:solidFill>
                <a:latin typeface="Arial"/>
                <a:ea typeface="Arial"/>
                <a:cs typeface="Arial"/>
              </a:defRPr>
            </a:lvl5pPr>
            <a:lvl6pPr algn="l">
              <a:defRPr sz="1200" b="0">
                <a:solidFill>
                  <a:srgbClr val="526176"/>
                </a:solidFill>
                <a:latin typeface="Arial"/>
                <a:ea typeface="Arial"/>
                <a:cs typeface="Arial"/>
              </a:defRPr>
            </a:lvl6pPr>
            <a:lvl7pPr algn="l">
              <a:defRPr sz="1200" b="0">
                <a:solidFill>
                  <a:srgbClr val="526176"/>
                </a:solidFill>
                <a:latin typeface="Arial"/>
                <a:ea typeface="Arial"/>
                <a:cs typeface="Arial"/>
              </a:defRPr>
            </a:lvl7pPr>
            <a:lvl8pPr algn="l">
              <a:defRPr sz="1200" b="0">
                <a:solidFill>
                  <a:srgbClr val="526176"/>
                </a:solidFill>
                <a:latin typeface="Arial"/>
                <a:ea typeface="Arial"/>
                <a:cs typeface="Arial"/>
              </a:defRPr>
            </a:lvl8pPr>
            <a:lvl9pPr algn="l">
              <a:defRPr sz="1200" b="0">
                <a:solidFill>
                  <a:srgbClr val="526176"/>
                </a:solidFill>
                <a:latin typeface="Arial"/>
                <a:ea typeface="Arial"/>
                <a:cs typeface="Arial"/>
              </a:defRPr>
            </a:lvl9pPr>
          </a:lstStyle>
          <a:p xmlns:a="http://schemas.openxmlformats.org/drawingml/2006/main">
            <a:pPr algn="l">
              <a:defRPr sz="1200" b="0">
                <a:solidFill>
                  <a:srgbClr val="526176"/>
                </a:solidFill>
                <a:latin typeface="Arial"/>
                <a:ea typeface="Arial"/>
                <a:cs typeface="Arial"/>
              </a:defRPr>
            </a:pPr>
            <a:r>
              <a:rPr sz="1200" b="0">
                <a:solidFill>
                  <a:srgbClr val="526176"/>
                </a:solidFill>
                <a:latin typeface="Arial"/>
                <a:ea typeface="Arial"/>
                <a:cs typeface="Arial"/>
              </a:rPr>
              <a:t>Illustrative campuses. Synthetic demonstration case.</a:t>
            </a:r>
          </a:p>
        </p:txBody>
      </p:sp>
      <p:sp>
        <p:nvSpPr>
          <p:cNvPr id="15367" name="proposal-heading">
            <a:extLst xmlns:a="http://schemas.openxmlformats.org/drawingml/2006/main">
              <a:ext uri="{FF2B5EF4-FFF2-40B4-BE49-F238E27FC236}">
                <a16:creationId xmlns:a16="http://schemas.microsoft.com/office/drawing/2014/main" id="{1C793D44-0559-4DBC-9F61-E3244EBCD114}"/>
              </a:ext>
            </a:extLst>
          </p:cNvPr>
          <p:cNvSpPr>
            <a:spLocks xmlns:a="http://schemas.openxmlformats.org/drawingml/2006/main" noGrp="1"/>
          </p:cNvSpPr>
          <p:nvPr/>
        </p:nvSpPr>
        <p:spPr>
          <a:xfrm xmlns:a="http://schemas.openxmlformats.org/drawingml/2006/main">
            <a:off x="5905500" y="1781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PROPOSED SOLUTION</a:t>
            </a:r>
          </a:p>
        </p:txBody>
      </p:sp>
      <p:sp>
        <p:nvSpPr>
          <p:cNvPr id="15368" name="proposal-body">
            <a:extLst xmlns:a="http://schemas.openxmlformats.org/drawingml/2006/main">
              <a:ext uri="{FF2B5EF4-FFF2-40B4-BE49-F238E27FC236}">
                <a16:creationId xmlns:a16="http://schemas.microsoft.com/office/drawing/2014/main" id="{E44B570E-06E6-4CCC-AE39-905FD41F0A89}"/>
              </a:ext>
            </a:extLst>
          </p:cNvPr>
          <p:cNvSpPr>
            <a:spLocks xmlns:a="http://schemas.openxmlformats.org/drawingml/2006/main" noGrp="1"/>
          </p:cNvSpPr>
          <p:nvPr/>
        </p:nvSpPr>
        <p:spPr>
          <a:xfrm xmlns:a="http://schemas.openxmlformats.org/drawingml/2006/main">
            <a:off x="5905500" y="2114550"/>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Read evidence and check institution, campus,</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period and historical intake.</a:t>
            </a:r>
          </a:p>
        </p:txBody>
      </p:sp>
      <p:sp>
        <p:nvSpPr>
          <p:cNvPr id="15369" name="problem-fit-heading">
            <a:extLst xmlns:a="http://schemas.openxmlformats.org/drawingml/2006/main">
              <a:ext uri="{FF2B5EF4-FFF2-40B4-BE49-F238E27FC236}">
                <a16:creationId xmlns:a16="http://schemas.microsoft.com/office/drawing/2014/main" id="{0BA1DD8D-2B73-4FFA-A991-250626C131CD}"/>
              </a:ext>
            </a:extLst>
          </p:cNvPr>
          <p:cNvSpPr>
            <a:spLocks xmlns:a="http://schemas.openxmlformats.org/drawingml/2006/main" noGrp="1"/>
          </p:cNvSpPr>
          <p:nvPr/>
        </p:nvSpPr>
        <p:spPr>
          <a:xfrm xmlns:a="http://schemas.openxmlformats.org/drawingml/2006/main">
            <a:off x="5905500" y="31051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HOW IT ADDRESSES THE PROBLEM</a:t>
            </a:r>
          </a:p>
        </p:txBody>
      </p:sp>
      <p:sp>
        <p:nvSpPr>
          <p:cNvPr id="15370" name="problem-fit-body">
            <a:extLst xmlns:a="http://schemas.openxmlformats.org/drawingml/2006/main">
              <a:ext uri="{FF2B5EF4-FFF2-40B4-BE49-F238E27FC236}">
                <a16:creationId xmlns:a16="http://schemas.microsoft.com/office/drawing/2014/main" id="{0858B70D-ACDA-42CF-9F55-7BF86F5076F7}"/>
              </a:ext>
            </a:extLst>
          </p:cNvPr>
          <p:cNvSpPr>
            <a:spLocks xmlns:a="http://schemas.openxmlformats.org/drawingml/2006/main" noGrp="1"/>
          </p:cNvSpPr>
          <p:nvPr/>
        </p:nvSpPr>
        <p:spPr>
          <a:xfrm xmlns:a="http://schemas.openxmlformats.org/drawingml/2006/main">
            <a:off x="5905500" y="3438525"/>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Show the original page, the discrepancy</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and the exact evidence needed.</a:t>
            </a:r>
          </a:p>
        </p:txBody>
      </p:sp>
      <p:sp>
        <p:nvSpPr>
          <p:cNvPr id="15371" name="innovation-heading">
            <a:extLst xmlns:a="http://schemas.openxmlformats.org/drawingml/2006/main">
              <a:ext uri="{FF2B5EF4-FFF2-40B4-BE49-F238E27FC236}">
                <a16:creationId xmlns:a16="http://schemas.microsoft.com/office/drawing/2014/main" id="{45F406EC-8FC4-472D-9934-447BEE6B8BC7}"/>
              </a:ext>
            </a:extLst>
          </p:cNvPr>
          <p:cNvSpPr>
            <a:spLocks xmlns:a="http://schemas.openxmlformats.org/drawingml/2006/main" noGrp="1"/>
          </p:cNvSpPr>
          <p:nvPr/>
        </p:nvSpPr>
        <p:spPr>
          <a:xfrm xmlns:a="http://schemas.openxmlformats.org/drawingml/2006/main">
            <a:off x="5905500" y="442912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INNOVATION AND UNIQUENESS</a:t>
            </a:r>
          </a:p>
        </p:txBody>
      </p:sp>
      <p:sp>
        <p:nvSpPr>
          <p:cNvPr id="15372" name="innovation-body">
            <a:extLst xmlns:a="http://schemas.openxmlformats.org/drawingml/2006/main">
              <a:ext uri="{FF2B5EF4-FFF2-40B4-BE49-F238E27FC236}">
                <a16:creationId xmlns:a16="http://schemas.microsoft.com/office/drawing/2014/main" id="{DA4DA1F6-B6D8-4826-A37B-CE7AD0A3B9E9}"/>
              </a:ext>
            </a:extLst>
          </p:cNvPr>
          <p:cNvSpPr>
            <a:spLocks xmlns:a="http://schemas.openxmlformats.org/drawingml/2006/main" noGrp="1"/>
          </p:cNvSpPr>
          <p:nvPr/>
        </p:nvSpPr>
        <p:spPr>
          <a:xfrm xmlns:a="http://schemas.openxmlformats.org/drawingml/2006/main">
            <a:off x="5905500" y="4762500"/>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Preview a correction's impact before acceptance.</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Tie earlier reviews to their evidence versions.</a:t>
            </a:r>
          </a:p>
        </p:txBody>
      </p:sp>
      <p:sp>
        <p:nvSpPr>
          <p:cNvPr id="15373" name="solution-boundary">
            <a:extLst xmlns:a="http://schemas.openxmlformats.org/drawingml/2006/main">
              <a:ext uri="{FF2B5EF4-FFF2-40B4-BE49-F238E27FC236}">
                <a16:creationId xmlns:a16="http://schemas.microsoft.com/office/drawing/2014/main" id="{EE95740A-2E8B-41FB-8F9A-3696695C2D85}"/>
              </a:ext>
            </a:extLst>
          </p:cNvPr>
          <p:cNvSpPr>
            <a:spLocks xmlns:a="http://schemas.openxmlformats.org/drawingml/2006/main" noGrp="1"/>
          </p:cNvSpPr>
          <p:nvPr/>
        </p:nvSpPr>
        <p:spPr>
          <a:xfrm xmlns:a="http://schemas.openxmlformats.org/drawingml/2006/main">
            <a:off x="5905500" y="5715000"/>
            <a:ext cx="571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F766E"/>
                </a:solidFill>
                <a:latin typeface="Arial"/>
                <a:ea typeface="Arial"/>
                <a:cs typeface="Arial"/>
              </a:defRPr>
            </a:defPPr>
            <a:lvl1pPr algn="l">
              <a:defRPr sz="1425" b="1">
                <a:solidFill>
                  <a:srgbClr val="0F766E"/>
                </a:solidFill>
                <a:latin typeface="Arial"/>
                <a:ea typeface="Arial"/>
                <a:cs typeface="Arial"/>
              </a:defRPr>
            </a:lvl1pPr>
            <a:lvl2pPr algn="l">
              <a:defRPr sz="1425" b="1">
                <a:solidFill>
                  <a:srgbClr val="0F766E"/>
                </a:solidFill>
                <a:latin typeface="Arial"/>
                <a:ea typeface="Arial"/>
                <a:cs typeface="Arial"/>
              </a:defRPr>
            </a:lvl2pPr>
            <a:lvl3pPr algn="l">
              <a:defRPr sz="1425" b="1">
                <a:solidFill>
                  <a:srgbClr val="0F766E"/>
                </a:solidFill>
                <a:latin typeface="Arial"/>
                <a:ea typeface="Arial"/>
                <a:cs typeface="Arial"/>
              </a:defRPr>
            </a:lvl3pPr>
            <a:lvl4pPr algn="l">
              <a:defRPr sz="1425" b="1">
                <a:solidFill>
                  <a:srgbClr val="0F766E"/>
                </a:solidFill>
                <a:latin typeface="Arial"/>
                <a:ea typeface="Arial"/>
                <a:cs typeface="Arial"/>
              </a:defRPr>
            </a:lvl4pPr>
            <a:lvl5pPr algn="l">
              <a:defRPr sz="1425" b="1">
                <a:solidFill>
                  <a:srgbClr val="0F766E"/>
                </a:solidFill>
                <a:latin typeface="Arial"/>
                <a:ea typeface="Arial"/>
                <a:cs typeface="Arial"/>
              </a:defRPr>
            </a:lvl5pPr>
            <a:lvl6pPr algn="l">
              <a:defRPr sz="1425" b="1">
                <a:solidFill>
                  <a:srgbClr val="0F766E"/>
                </a:solidFill>
                <a:latin typeface="Arial"/>
                <a:ea typeface="Arial"/>
                <a:cs typeface="Arial"/>
              </a:defRPr>
            </a:lvl6pPr>
            <a:lvl7pPr algn="l">
              <a:defRPr sz="1425" b="1">
                <a:solidFill>
                  <a:srgbClr val="0F766E"/>
                </a:solidFill>
                <a:latin typeface="Arial"/>
                <a:ea typeface="Arial"/>
                <a:cs typeface="Arial"/>
              </a:defRPr>
            </a:lvl7pPr>
            <a:lvl8pPr algn="l">
              <a:defRPr sz="1425" b="1">
                <a:solidFill>
                  <a:srgbClr val="0F766E"/>
                </a:solidFill>
                <a:latin typeface="Arial"/>
                <a:ea typeface="Arial"/>
                <a:cs typeface="Arial"/>
              </a:defRPr>
            </a:lvl8pPr>
            <a:lvl9pPr algn="l">
              <a:defRPr sz="1425" b="1">
                <a:solidFill>
                  <a:srgbClr val="0F766E"/>
                </a:solidFill>
                <a:latin typeface="Arial"/>
                <a:ea typeface="Arial"/>
                <a:cs typeface="Arial"/>
              </a:defRPr>
            </a:lvl9pPr>
          </a:lstStyle>
          <a:p xmlns:a="http://schemas.openxmlformats.org/drawingml/2006/main">
            <a:pPr algn="l">
              <a:defRPr sz="1425" b="1">
                <a:solidFill>
                  <a:srgbClr val="0F766E"/>
                </a:solidFill>
                <a:latin typeface="Arial"/>
                <a:ea typeface="Arial"/>
                <a:cs typeface="Arial"/>
              </a:defRPr>
            </a:pPr>
            <a:r>
              <a:rPr sz="1425" b="1">
                <a:solidFill>
                  <a:srgbClr val="0F766E"/>
                </a:solidFill>
                <a:latin typeface="Arial"/>
                <a:ea typeface="Arial"/>
                <a:cs typeface="Arial"/>
              </a:rPr>
              <a:t>Content result, source verification and human review stay separate.</a:t>
            </a: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15362" name="registered-team-mark">
            <a:extLst xmlns:a="http://schemas.openxmlformats.org/drawingml/2006/main">
              <a:ext uri="{FF2B5EF4-FFF2-40B4-BE49-F238E27FC236}">
                <a16:creationId xmlns:a16="http://schemas.microsoft.com/office/drawing/2014/main" id="{BC404874-4F6D-4929-B29D-7EA4BDDDB6F4}"/>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1" name="Picture 10">
            <a:extLst xmlns:a="http://schemas.openxmlformats.org/drawingml/2006/main">
              <a:ext uri="{FF2B5EF4-FFF2-40B4-BE49-F238E27FC236}">
                <a16:creationId xmlns:a16="http://schemas.microsoft.com/office/drawing/2014/main" id="{23A26420-E01C-47D1-8CB9-5289250EA9CF}"/>
              </a:ext>
            </a:extLst>
          </p:cNvPr>
          <p:cNvPicPr>
            <a:picLocks xmlns:a="http://schemas.openxmlformats.org/drawingml/2006/main" noChangeAspect="1"/>
          </p:cNvPicPr>
          <p:nvPr/>
        </p:nvPicPr>
        <p:blipFill>
          <a:blip xmlns:r="http://schemas.openxmlformats.org/officeDocument/2006/relationships" xmlns:a="http://schemas.openxmlformats.org/drawingml/2006/main" r:embed="R8e4318fd26c048c8"/>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9012049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17420" name="">
            <a:extLst xmlns:a="http://schemas.openxmlformats.org/drawingml/2006/main">
              <a:ext uri="{FF2B5EF4-FFF2-40B4-BE49-F238E27FC236}">
                <a16:creationId xmlns:a16="http://schemas.microsoft.com/office/drawing/2014/main" id="{9CF200C0-1067-4C50-A895-7FCB0F3E4613}"/>
              </a:ext>
            </a:extLst>
          </p:cNvPr>
          <p:cNvCxnSpPr>
            <a:stCxn xmlns:a="http://schemas.openxmlformats.org/drawingml/2006/main" id="17415" idx="3"/>
            <a:endCxn xmlns:a="http://schemas.openxmlformats.org/drawingml/2006/main" id="17416" idx="1"/>
          </p:cNvCxnSpPr>
          <p:nvPr/>
        </p:nvCxnSpPr>
        <p:spPr>
          <a:xfrm xmlns:a="http://schemas.openxmlformats.org/drawingml/2006/main">
            <a:off x="9391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cxnSp>
        <p:nvCxnSpPr>
          <p:cNvPr id="17419" name="">
            <a:extLst xmlns:a="http://schemas.openxmlformats.org/drawingml/2006/main">
              <a:ext uri="{FF2B5EF4-FFF2-40B4-BE49-F238E27FC236}">
                <a16:creationId xmlns:a16="http://schemas.microsoft.com/office/drawing/2014/main" id="{4E96185F-76F4-4BF0-8621-96128ECC9FBE}"/>
              </a:ext>
            </a:extLst>
          </p:cNvPr>
          <p:cNvCxnSpPr>
            <a:stCxn xmlns:a="http://schemas.openxmlformats.org/drawingml/2006/main" id="17414" idx="3"/>
            <a:endCxn xmlns:a="http://schemas.openxmlformats.org/drawingml/2006/main" id="17415" idx="1"/>
          </p:cNvCxnSpPr>
          <p:nvPr/>
        </p:nvCxnSpPr>
        <p:spPr>
          <a:xfrm xmlns:a="http://schemas.openxmlformats.org/drawingml/2006/main">
            <a:off x="7105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cxnSp>
        <p:nvCxnSpPr>
          <p:cNvPr id="17418" name="">
            <a:extLst xmlns:a="http://schemas.openxmlformats.org/drawingml/2006/main">
              <a:ext uri="{FF2B5EF4-FFF2-40B4-BE49-F238E27FC236}">
                <a16:creationId xmlns:a16="http://schemas.microsoft.com/office/drawing/2014/main" id="{3FF1A23E-57E0-404E-8310-891D6DF87FF6}"/>
              </a:ext>
            </a:extLst>
          </p:cNvPr>
          <p:cNvCxnSpPr>
            <a:stCxn xmlns:a="http://schemas.openxmlformats.org/drawingml/2006/main" id="17413" idx="3"/>
            <a:endCxn xmlns:a="http://schemas.openxmlformats.org/drawingml/2006/main" id="17414" idx="1"/>
          </p:cNvCxnSpPr>
          <p:nvPr/>
        </p:nvCxnSpPr>
        <p:spPr>
          <a:xfrm xmlns:a="http://schemas.openxmlformats.org/drawingml/2006/main">
            <a:off x="4819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cxnSp>
        <p:nvCxnSpPr>
          <p:cNvPr id="17417" name="">
            <a:extLst xmlns:a="http://schemas.openxmlformats.org/drawingml/2006/main">
              <a:ext uri="{FF2B5EF4-FFF2-40B4-BE49-F238E27FC236}">
                <a16:creationId xmlns:a16="http://schemas.microsoft.com/office/drawing/2014/main" id="{ABF10A20-D328-46DA-880D-DABE819EE6A7}"/>
              </a:ext>
            </a:extLst>
          </p:cNvPr>
          <p:cNvCxnSpPr>
            <a:stCxn xmlns:a="http://schemas.openxmlformats.org/drawingml/2006/main" id="17412" idx="3"/>
            <a:endCxn xmlns:a="http://schemas.openxmlformats.org/drawingml/2006/main" id="17413" idx="1"/>
          </p:cNvCxnSpPr>
          <p:nvPr/>
        </p:nvCxnSpPr>
        <p:spPr>
          <a:xfrm xmlns:a="http://schemas.openxmlformats.org/drawingml/2006/main">
            <a:off x="2533650" y="2128838"/>
            <a:ext cx="209550" cy="0"/>
          </a:xfrm>
          <a:prstGeom xmlns:a="http://schemas.openxmlformats.org/drawingml/2006/main" prst="straightConnector1">
            <a:avLst/>
          </a:prstGeom>
          <a:ln xmlns:a="http://schemas.openxmlformats.org/drawingml/2006/main" w="19050">
            <a:solidFill>
              <a:srgbClr val="0F766E"/>
            </a:solidFill>
            <a:tailEnd type="triangle" w="sm" len="sm"/>
          </a:ln>
        </p:spPr>
      </p:cxnSp>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70E0A130-27CE-4182-88EA-12F318037ACC}"/>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450" b="1">
                <a:solidFill>
                  <a:srgbClr val="000000"/>
                </a:solidFill>
                <a:latin typeface="Times New Roman"/>
                <a:ea typeface="Times New Roman"/>
                <a:cs typeface="Times New Roman"/>
              </a:defRPr>
            </a:defPPr>
            <a:lvl1pPr algn="ctr">
              <a:defRPr sz="3450" b="1">
                <a:solidFill>
                  <a:srgbClr val="000000"/>
                </a:solidFill>
                <a:latin typeface="Times New Roman"/>
                <a:ea typeface="Times New Roman"/>
                <a:cs typeface="Times New Roman"/>
              </a:defRPr>
            </a:lvl1pPr>
            <a:lvl2pPr algn="ctr">
              <a:defRPr sz="3450" b="1">
                <a:solidFill>
                  <a:srgbClr val="000000"/>
                </a:solidFill>
                <a:latin typeface="Times New Roman"/>
                <a:ea typeface="Times New Roman"/>
                <a:cs typeface="Times New Roman"/>
              </a:defRPr>
            </a:lvl2pPr>
            <a:lvl3pPr algn="ctr">
              <a:defRPr sz="3450" b="1">
                <a:solidFill>
                  <a:srgbClr val="000000"/>
                </a:solidFill>
                <a:latin typeface="Times New Roman"/>
                <a:ea typeface="Times New Roman"/>
                <a:cs typeface="Times New Roman"/>
              </a:defRPr>
            </a:lvl3pPr>
            <a:lvl4pPr algn="ctr">
              <a:defRPr sz="3450" b="1">
                <a:solidFill>
                  <a:srgbClr val="000000"/>
                </a:solidFill>
                <a:latin typeface="Times New Roman"/>
                <a:ea typeface="Times New Roman"/>
                <a:cs typeface="Times New Roman"/>
              </a:defRPr>
            </a:lvl4pPr>
            <a:lvl5pPr algn="ctr">
              <a:defRPr sz="3450" b="1">
                <a:solidFill>
                  <a:srgbClr val="000000"/>
                </a:solidFill>
                <a:latin typeface="Times New Roman"/>
                <a:ea typeface="Times New Roman"/>
                <a:cs typeface="Times New Roman"/>
              </a:defRPr>
            </a:lvl5pPr>
            <a:lvl6pPr algn="ctr">
              <a:defRPr sz="3450" b="1">
                <a:solidFill>
                  <a:srgbClr val="000000"/>
                </a:solidFill>
                <a:latin typeface="Times New Roman"/>
                <a:ea typeface="Times New Roman"/>
                <a:cs typeface="Times New Roman"/>
              </a:defRPr>
            </a:lvl6pPr>
            <a:lvl7pPr algn="ctr">
              <a:defRPr sz="3450" b="1">
                <a:solidFill>
                  <a:srgbClr val="000000"/>
                </a:solidFill>
                <a:latin typeface="Times New Roman"/>
                <a:ea typeface="Times New Roman"/>
                <a:cs typeface="Times New Roman"/>
              </a:defRPr>
            </a:lvl7pPr>
            <a:lvl8pPr algn="ctr">
              <a:defRPr sz="3450" b="1">
                <a:solidFill>
                  <a:srgbClr val="000000"/>
                </a:solidFill>
                <a:latin typeface="Times New Roman"/>
                <a:ea typeface="Times New Roman"/>
                <a:cs typeface="Times New Roman"/>
              </a:defRPr>
            </a:lvl8pPr>
            <a:lvl9pPr algn="ctr">
              <a:defRPr sz="3450" b="1">
                <a:solidFill>
                  <a:srgbClr val="000000"/>
                </a:solidFill>
                <a:latin typeface="Times New Roman"/>
                <a:ea typeface="Times New Roman"/>
                <a:cs typeface="Times New Roman"/>
              </a:defRPr>
            </a:lvl9pPr>
          </a:lstStyle>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56B824C6-DF4C-4B3A-88CF-BB3B7C592F67}"/>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algn="r">
              <a:defRPr sz="1125" b="1">
                <a:solidFill>
                  <a:srgbClr val="FFFFFF"/>
                </a:solidFill>
                <a:latin typeface="Arial"/>
                <a:ea typeface="Arial"/>
                <a:cs typeface="Arial"/>
              </a:defRPr>
            </a:pPr>
            <a:fld id="{202359C0-8A7A-196E-DD58-8E6569619F09}" type="slidenum">
              <a:rPr sz="112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8347FE47-517D-4F36-AFC0-D3D5C17BC8BC}"/>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algn="ctr">
              <a:buNone/>
              <a:defRPr sz="1050">
                <a:solidFill>
                  <a:srgbClr val="FFFFFF"/>
                </a:solidFill>
                <a:latin typeface="Arial"/>
                <a:ea typeface="Arial"/>
                <a:cs typeface="Arial"/>
              </a:defRPr>
            </a:pPr>
            <a:r>
              <a:rPr sz="1050">
                <a:solidFill>
                  <a:srgbClr val="FFFFFF"/>
                </a:solidFill>
                <a:latin typeface="Arial"/>
                <a:ea typeface="Arial"/>
                <a:cs typeface="Arial"/>
              </a:rPr>
              <a:t>@SIH Idea submission- Template</a:t>
            </a:r>
            <a:endParaRPr>
              <a:solidFill>
                <a:schemeClr val="bg1"/>
              </a:solidFill>
            </a:endParaRPr>
          </a:p>
        </p:txBody>
      </p:sp>
      <p:sp>
        <p:nvSpPr>
          <p:cNvPr id="17411" name="method-label">
            <a:extLst xmlns:a="http://schemas.openxmlformats.org/drawingml/2006/main">
              <a:ext uri="{FF2B5EF4-FFF2-40B4-BE49-F238E27FC236}">
                <a16:creationId xmlns:a16="http://schemas.microsoft.com/office/drawing/2014/main" id="{C2C412FB-A62C-4C1E-87A5-43D97B79C5B2}"/>
              </a:ext>
            </a:extLst>
          </p:cNvPr>
          <p:cNvSpPr>
            <a:spLocks xmlns:a="http://schemas.openxmlformats.org/drawingml/2006/main" noGrp="1"/>
          </p:cNvSpPr>
          <p:nvPr/>
        </p:nvSpPr>
        <p:spPr>
          <a:xfrm xmlns:a="http://schemas.openxmlformats.org/drawingml/2006/main">
            <a:off x="457200" y="12382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F497D"/>
                </a:solidFill>
                <a:latin typeface="Arial"/>
                <a:ea typeface="Arial"/>
                <a:cs typeface="Arial"/>
              </a:defRPr>
            </a:defPPr>
            <a:lvl1pPr algn="l">
              <a:defRPr sz="1950" b="1">
                <a:solidFill>
                  <a:srgbClr val="1F497D"/>
                </a:solidFill>
                <a:latin typeface="Arial"/>
                <a:ea typeface="Arial"/>
                <a:cs typeface="Arial"/>
              </a:defRPr>
            </a:lvl1pPr>
            <a:lvl2pPr algn="l">
              <a:defRPr sz="1950" b="1">
                <a:solidFill>
                  <a:srgbClr val="1F497D"/>
                </a:solidFill>
                <a:latin typeface="Arial"/>
                <a:ea typeface="Arial"/>
                <a:cs typeface="Arial"/>
              </a:defRPr>
            </a:lvl2pPr>
            <a:lvl3pPr algn="l">
              <a:defRPr sz="1950" b="1">
                <a:solidFill>
                  <a:srgbClr val="1F497D"/>
                </a:solidFill>
                <a:latin typeface="Arial"/>
                <a:ea typeface="Arial"/>
                <a:cs typeface="Arial"/>
              </a:defRPr>
            </a:lvl3pPr>
            <a:lvl4pPr algn="l">
              <a:defRPr sz="1950" b="1">
                <a:solidFill>
                  <a:srgbClr val="1F497D"/>
                </a:solidFill>
                <a:latin typeface="Arial"/>
                <a:ea typeface="Arial"/>
                <a:cs typeface="Arial"/>
              </a:defRPr>
            </a:lvl4pPr>
            <a:lvl5pPr algn="l">
              <a:defRPr sz="1950" b="1">
                <a:solidFill>
                  <a:srgbClr val="1F497D"/>
                </a:solidFill>
                <a:latin typeface="Arial"/>
                <a:ea typeface="Arial"/>
                <a:cs typeface="Arial"/>
              </a:defRPr>
            </a:lvl5pPr>
            <a:lvl6pPr algn="l">
              <a:defRPr sz="1950" b="1">
                <a:solidFill>
                  <a:srgbClr val="1F497D"/>
                </a:solidFill>
                <a:latin typeface="Arial"/>
                <a:ea typeface="Arial"/>
                <a:cs typeface="Arial"/>
              </a:defRPr>
            </a:lvl6pPr>
            <a:lvl7pPr algn="l">
              <a:defRPr sz="1950" b="1">
                <a:solidFill>
                  <a:srgbClr val="1F497D"/>
                </a:solidFill>
                <a:latin typeface="Arial"/>
                <a:ea typeface="Arial"/>
                <a:cs typeface="Arial"/>
              </a:defRPr>
            </a:lvl7pPr>
            <a:lvl8pPr algn="l">
              <a:defRPr sz="1950" b="1">
                <a:solidFill>
                  <a:srgbClr val="1F497D"/>
                </a:solidFill>
                <a:latin typeface="Arial"/>
                <a:ea typeface="Arial"/>
                <a:cs typeface="Arial"/>
              </a:defRPr>
            </a:lvl8pPr>
            <a:lvl9pPr algn="l">
              <a:defRPr sz="1950" b="1">
                <a:solidFill>
                  <a:srgbClr val="1F497D"/>
                </a:solidFill>
                <a:latin typeface="Arial"/>
                <a:ea typeface="Arial"/>
                <a:cs typeface="Arial"/>
              </a:defRPr>
            </a:lvl9pPr>
          </a:lstStyle>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Methodology and process</a:t>
            </a:r>
          </a:p>
        </p:txBody>
      </p:sp>
      <p:sp>
        <p:nvSpPr>
          <p:cNvPr id="17412" name="method-stage-1">
            <a:extLst xmlns:a="http://schemas.openxmlformats.org/drawingml/2006/main">
              <a:ext uri="{FF2B5EF4-FFF2-40B4-BE49-F238E27FC236}">
                <a16:creationId xmlns:a16="http://schemas.microsoft.com/office/drawing/2014/main" id="{E7377A8C-36FC-4968-8C25-B0EB625927A8}"/>
              </a:ext>
            </a:extLst>
          </p:cNvPr>
          <p:cNvSpPr>
            <a:spLocks xmlns:a="http://schemas.openxmlformats.org/drawingml/2006/main" noGrp="1"/>
          </p:cNvSpPr>
          <p:nvPr/>
        </p:nvSpPr>
        <p:spPr>
          <a:xfrm xmlns:a="http://schemas.openxmlformats.org/drawingml/2006/main">
            <a:off x="457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1  Upload</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PDF or image</a:t>
            </a:r>
          </a:p>
        </p:txBody>
      </p:sp>
      <p:sp>
        <p:nvSpPr>
          <p:cNvPr id="17413" name="method-stage-2">
            <a:extLst xmlns:a="http://schemas.openxmlformats.org/drawingml/2006/main">
              <a:ext uri="{FF2B5EF4-FFF2-40B4-BE49-F238E27FC236}">
                <a16:creationId xmlns:a16="http://schemas.microsoft.com/office/drawing/2014/main" id="{01307360-41CD-40E1-8130-17803B7CC143}"/>
              </a:ext>
            </a:extLst>
          </p:cNvPr>
          <p:cNvSpPr>
            <a:spLocks xmlns:a="http://schemas.openxmlformats.org/drawingml/2006/main" noGrp="1"/>
          </p:cNvSpPr>
          <p:nvPr/>
        </p:nvSpPr>
        <p:spPr>
          <a:xfrm xmlns:a="http://schemas.openxmlformats.org/drawingml/2006/main">
            <a:off x="2743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2  Extract</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PDF text / local OCR</a:t>
            </a:r>
          </a:p>
        </p:txBody>
      </p:sp>
      <p:sp>
        <p:nvSpPr>
          <p:cNvPr id="17414" name="method-stage-3">
            <a:extLst xmlns:a="http://schemas.openxmlformats.org/drawingml/2006/main">
              <a:ext uri="{FF2B5EF4-FFF2-40B4-BE49-F238E27FC236}">
                <a16:creationId xmlns:a16="http://schemas.microsoft.com/office/drawing/2014/main" id="{2E5A9DC6-72A5-427D-9FA0-9390A34F927F}"/>
              </a:ext>
            </a:extLst>
          </p:cNvPr>
          <p:cNvSpPr>
            <a:spLocks xmlns:a="http://schemas.openxmlformats.org/drawingml/2006/main" noGrp="1"/>
          </p:cNvSpPr>
          <p:nvPr/>
        </p:nvSpPr>
        <p:spPr>
          <a:xfrm xmlns:a="http://schemas.openxmlformats.org/drawingml/2006/main">
            <a:off x="5029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3  Evaluate</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12 explicit checks</a:t>
            </a:r>
          </a:p>
        </p:txBody>
      </p:sp>
      <p:sp>
        <p:nvSpPr>
          <p:cNvPr id="17415" name="method-stage-4">
            <a:extLst xmlns:a="http://schemas.openxmlformats.org/drawingml/2006/main">
              <a:ext uri="{FF2B5EF4-FFF2-40B4-BE49-F238E27FC236}">
                <a16:creationId xmlns:a16="http://schemas.microsoft.com/office/drawing/2014/main" id="{F9392ACC-307C-4AAF-AB6C-E07B141FAAE7}"/>
              </a:ext>
            </a:extLst>
          </p:cNvPr>
          <p:cNvSpPr>
            <a:spLocks xmlns:a="http://schemas.openxmlformats.org/drawingml/2006/main" noGrp="1"/>
          </p:cNvSpPr>
          <p:nvPr/>
        </p:nvSpPr>
        <p:spPr>
          <a:xfrm xmlns:a="http://schemas.openxmlformats.org/drawingml/2006/main">
            <a:off x="7315200" y="1695450"/>
            <a:ext cx="2076450" cy="866775"/>
          </a:xfrm>
          <a:prstGeom xmlns:a="http://schemas.openxmlformats.org/drawingml/2006/main" prst="rect">
            <a:avLst/>
          </a:prstGeom>
          <a:solidFill xmlns:a="http://schemas.openxmlformats.org/drawingml/2006/main">
            <a:srgbClr val="EDF6F4"/>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14243B"/>
                </a:solidFill>
                <a:latin typeface="Arial"/>
                <a:ea typeface="Arial"/>
                <a:cs typeface="Arial"/>
              </a:defRPr>
            </a:defPPr>
            <a:lvl1pPr algn="ctr">
              <a:defRPr sz="1650" b="1">
                <a:solidFill>
                  <a:srgbClr val="14243B"/>
                </a:solidFill>
                <a:latin typeface="Arial"/>
                <a:ea typeface="Arial"/>
                <a:cs typeface="Arial"/>
              </a:defRPr>
            </a:lvl1pPr>
            <a:lvl2pPr algn="ctr">
              <a:defRPr sz="1650" b="1">
                <a:solidFill>
                  <a:srgbClr val="14243B"/>
                </a:solidFill>
                <a:latin typeface="Arial"/>
                <a:ea typeface="Arial"/>
                <a:cs typeface="Arial"/>
              </a:defRPr>
            </a:lvl2pPr>
            <a:lvl3pPr algn="ctr">
              <a:defRPr sz="1650" b="1">
                <a:solidFill>
                  <a:srgbClr val="14243B"/>
                </a:solidFill>
                <a:latin typeface="Arial"/>
                <a:ea typeface="Arial"/>
                <a:cs typeface="Arial"/>
              </a:defRPr>
            </a:lvl3pPr>
            <a:lvl4pPr algn="ctr">
              <a:defRPr sz="1650" b="1">
                <a:solidFill>
                  <a:srgbClr val="14243B"/>
                </a:solidFill>
                <a:latin typeface="Arial"/>
                <a:ea typeface="Arial"/>
                <a:cs typeface="Arial"/>
              </a:defRPr>
            </a:lvl4pPr>
            <a:lvl5pPr algn="ctr">
              <a:defRPr sz="1650" b="1">
                <a:solidFill>
                  <a:srgbClr val="14243B"/>
                </a:solidFill>
                <a:latin typeface="Arial"/>
                <a:ea typeface="Arial"/>
                <a:cs typeface="Arial"/>
              </a:defRPr>
            </a:lvl5pPr>
            <a:lvl6pPr algn="ctr">
              <a:defRPr sz="1650" b="1">
                <a:solidFill>
                  <a:srgbClr val="14243B"/>
                </a:solidFill>
                <a:latin typeface="Arial"/>
                <a:ea typeface="Arial"/>
                <a:cs typeface="Arial"/>
              </a:defRPr>
            </a:lvl6pPr>
            <a:lvl7pPr algn="ctr">
              <a:defRPr sz="1650" b="1">
                <a:solidFill>
                  <a:srgbClr val="14243B"/>
                </a:solidFill>
                <a:latin typeface="Arial"/>
                <a:ea typeface="Arial"/>
                <a:cs typeface="Arial"/>
              </a:defRPr>
            </a:lvl7pPr>
            <a:lvl8pPr algn="ctr">
              <a:defRPr sz="1650" b="1">
                <a:solidFill>
                  <a:srgbClr val="14243B"/>
                </a:solidFill>
                <a:latin typeface="Arial"/>
                <a:ea typeface="Arial"/>
                <a:cs typeface="Arial"/>
              </a:defRPr>
            </a:lvl8pPr>
            <a:lvl9pPr algn="ctr">
              <a:defRPr sz="1650" b="1">
                <a:solidFill>
                  <a:srgbClr val="14243B"/>
                </a:solidFill>
                <a:latin typeface="Arial"/>
                <a:ea typeface="Arial"/>
                <a:cs typeface="Arial"/>
              </a:defRPr>
            </a:lvl9pPr>
          </a:lstStyle>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4  Review</a:t>
            </a:r>
          </a:p>
          <a:p xmlns:a="http://schemas.openxmlformats.org/drawingml/2006/main">
            <a:pPr algn="ctr">
              <a:defRPr sz="1650" b="1">
                <a:solidFill>
                  <a:srgbClr val="14243B"/>
                </a:solidFill>
                <a:latin typeface="Arial"/>
                <a:ea typeface="Arial"/>
                <a:cs typeface="Arial"/>
              </a:defRPr>
            </a:pPr>
            <a:r>
              <a:rPr sz="1650" b="1">
                <a:solidFill>
                  <a:srgbClr val="14243B"/>
                </a:solidFill>
                <a:latin typeface="Arial"/>
                <a:ea typeface="Arial"/>
                <a:cs typeface="Arial"/>
              </a:rPr>
              <a:t>Clarification request</a:t>
            </a:r>
          </a:p>
        </p:txBody>
      </p:sp>
      <p:sp>
        <p:nvSpPr>
          <p:cNvPr id="17416" name="method-stage-5">
            <a:extLst xmlns:a="http://schemas.openxmlformats.org/drawingml/2006/main">
              <a:ext uri="{FF2B5EF4-FFF2-40B4-BE49-F238E27FC236}">
                <a16:creationId xmlns:a16="http://schemas.microsoft.com/office/drawing/2014/main" id="{55167A88-8260-4E8B-8A6D-A8D5B0158D31}"/>
              </a:ext>
            </a:extLst>
          </p:cNvPr>
          <p:cNvSpPr>
            <a:spLocks xmlns:a="http://schemas.openxmlformats.org/drawingml/2006/main" noGrp="1"/>
          </p:cNvSpPr>
          <p:nvPr/>
        </p:nvSpPr>
        <p:spPr>
          <a:xfrm xmlns:a="http://schemas.openxmlformats.org/drawingml/2006/main">
            <a:off x="9601200" y="1695450"/>
            <a:ext cx="2076450" cy="866775"/>
          </a:xfrm>
          <a:prstGeom xmlns:a="http://schemas.openxmlformats.org/drawingml/2006/main" prst="rect">
            <a:avLst/>
          </a:prstGeom>
          <a:solidFill xmlns:a="http://schemas.openxmlformats.org/drawingml/2006/main">
            <a:srgbClr val="14243B"/>
          </a:solidFill>
          <a:ln xmlns:a="http://schemas.openxmlformats.org/drawingml/2006/main" w="9525">
            <a:solidFill>
              <a:srgbClr val="B8D8D2"/>
            </a:solidFill>
          </a:ln>
        </p:spPr>
        <p:txBody>
          <a:bodyPr xmlns:a="http://schemas.openxmlformats.org/drawingml/2006/main" lIns="76200" tIns="114300" rIns="76200" bIns="114300"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  Correct</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Impact and re-review</a:t>
            </a:r>
          </a:p>
        </p:txBody>
      </p:sp>
      <p:sp>
        <p:nvSpPr>
          <p:cNvPr id="17421" name="tech-label">
            <a:extLst xmlns:a="http://schemas.openxmlformats.org/drawingml/2006/main">
              <a:ext uri="{FF2B5EF4-FFF2-40B4-BE49-F238E27FC236}">
                <a16:creationId xmlns:a16="http://schemas.microsoft.com/office/drawing/2014/main" id="{D6671AAE-FDC6-4742-A9FC-1C519E17C68D}"/>
              </a:ext>
            </a:extLst>
          </p:cNvPr>
          <p:cNvSpPr>
            <a:spLocks xmlns:a="http://schemas.openxmlformats.org/drawingml/2006/main" noGrp="1"/>
          </p:cNvSpPr>
          <p:nvPr/>
        </p:nvSpPr>
        <p:spPr>
          <a:xfrm xmlns:a="http://schemas.openxmlformats.org/drawingml/2006/main">
            <a:off x="457200" y="28956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F497D"/>
                </a:solidFill>
                <a:latin typeface="Arial"/>
                <a:ea typeface="Arial"/>
                <a:cs typeface="Arial"/>
              </a:defRPr>
            </a:defPPr>
            <a:lvl1pPr algn="l">
              <a:defRPr sz="1950" b="1">
                <a:solidFill>
                  <a:srgbClr val="1F497D"/>
                </a:solidFill>
                <a:latin typeface="Arial"/>
                <a:ea typeface="Arial"/>
                <a:cs typeface="Arial"/>
              </a:defRPr>
            </a:lvl1pPr>
            <a:lvl2pPr algn="l">
              <a:defRPr sz="1950" b="1">
                <a:solidFill>
                  <a:srgbClr val="1F497D"/>
                </a:solidFill>
                <a:latin typeface="Arial"/>
                <a:ea typeface="Arial"/>
                <a:cs typeface="Arial"/>
              </a:defRPr>
            </a:lvl2pPr>
            <a:lvl3pPr algn="l">
              <a:defRPr sz="1950" b="1">
                <a:solidFill>
                  <a:srgbClr val="1F497D"/>
                </a:solidFill>
                <a:latin typeface="Arial"/>
                <a:ea typeface="Arial"/>
                <a:cs typeface="Arial"/>
              </a:defRPr>
            </a:lvl3pPr>
            <a:lvl4pPr algn="l">
              <a:defRPr sz="1950" b="1">
                <a:solidFill>
                  <a:srgbClr val="1F497D"/>
                </a:solidFill>
                <a:latin typeface="Arial"/>
                <a:ea typeface="Arial"/>
                <a:cs typeface="Arial"/>
              </a:defRPr>
            </a:lvl4pPr>
            <a:lvl5pPr algn="l">
              <a:defRPr sz="1950" b="1">
                <a:solidFill>
                  <a:srgbClr val="1F497D"/>
                </a:solidFill>
                <a:latin typeface="Arial"/>
                <a:ea typeface="Arial"/>
                <a:cs typeface="Arial"/>
              </a:defRPr>
            </a:lvl5pPr>
            <a:lvl6pPr algn="l">
              <a:defRPr sz="1950" b="1">
                <a:solidFill>
                  <a:srgbClr val="1F497D"/>
                </a:solidFill>
                <a:latin typeface="Arial"/>
                <a:ea typeface="Arial"/>
                <a:cs typeface="Arial"/>
              </a:defRPr>
            </a:lvl6pPr>
            <a:lvl7pPr algn="l">
              <a:defRPr sz="1950" b="1">
                <a:solidFill>
                  <a:srgbClr val="1F497D"/>
                </a:solidFill>
                <a:latin typeface="Arial"/>
                <a:ea typeface="Arial"/>
                <a:cs typeface="Arial"/>
              </a:defRPr>
            </a:lvl7pPr>
            <a:lvl8pPr algn="l">
              <a:defRPr sz="1950" b="1">
                <a:solidFill>
                  <a:srgbClr val="1F497D"/>
                </a:solidFill>
                <a:latin typeface="Arial"/>
                <a:ea typeface="Arial"/>
                <a:cs typeface="Arial"/>
              </a:defRPr>
            </a:lvl8pPr>
            <a:lvl9pPr algn="l">
              <a:defRPr sz="1950" b="1">
                <a:solidFill>
                  <a:srgbClr val="1F497D"/>
                </a:solidFill>
                <a:latin typeface="Arial"/>
                <a:ea typeface="Arial"/>
                <a:cs typeface="Arial"/>
              </a:defRPr>
            </a:lvl9pPr>
          </a:lstStyle>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Technologies used</a:t>
            </a:r>
          </a:p>
        </p:txBody>
      </p:sp>
      <p:graphicFrame>
        <p:nvGraphicFramePr>
          <p:cNvPr id="17422" name="">
            <a:extLst xmlns:a="http://schemas.openxmlformats.org/drawingml/2006/main">
              <a:ext uri="{FF2B5EF4-FFF2-40B4-BE49-F238E27FC236}">
                <a16:creationId xmlns:a16="http://schemas.microsoft.com/office/drawing/2014/main" id="{B6AC3811-5669-4112-9542-7C4C94AE31A0}"/>
              </a:ext>
            </a:extLst>
          </p:cNvPr>
          <p:cNvGraphicFramePr/>
          <p:nvPr/>
        </p:nvGraphicFramePr>
        <p:xfrm>
          <a:off xmlns:a="http://schemas.openxmlformats.org/drawingml/2006/main" x="457200" y="3314700"/>
          <a:ext xmlns:a="http://schemas.openxmlformats.org/drawingml/2006/main" cx="4000500" cy="2447925"/>
        </p:xfrm>
        <a:graphic xmlns:a="http://schemas.openxmlformats.org/drawingml/2006/main">
          <a:graphicData uri="http://schemas.openxmlformats.org/drawingml/2006/table">
            <a:tbl>
              <a:tblPr/>
              <a:tblGrid>
                <a:gridCol w="1171575"/>
                <a:gridCol w="2828925"/>
              </a:tblGrid>
              <a:tr h="407988">
                <a:tc>
                  <a:txBody>
                    <a:bodyPr wrap="square" lIns="133350" tIns="95250" rIns="114300" bIns="95250">
                      <a:noAutofit/>
                    </a:bodyPr>
                    <a:lstStyle/>
                    <a:p>
                      <a:r>
                        <a:rPr sz="1575" b="1">
                          <a:solidFill>
                            <a:srgbClr val="FFFFFF"/>
                          </a:solidFill>
                          <a:latin typeface="Arial"/>
                          <a:ea typeface="Arial"/>
                          <a:cs typeface="Arial"/>
                        </a:rPr>
                        <a:t>Layer</a:t>
                      </a:r>
                    </a:p>
                  </a:txBody>
                  <a:tcPr marL="91440" marR="91440" marT="45720" marB="45720" anchor="ctr">
                    <a:lnL w="6668">
                      <a:solidFill>
                        <a:srgbClr val="DCE3EC"/>
                      </a:solidFill>
                      <a:prstDash val="solid"/>
                    </a:lnL>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c>
                  <a:txBody>
                    <a:bodyPr wrap="square" lIns="133350" tIns="95250" rIns="114300" bIns="95250">
                      <a:noAutofit/>
                    </a:bodyPr>
                    <a:lstStyle/>
                    <a:p>
                      <a:r>
                        <a:rPr sz="1575" b="1">
                          <a:solidFill>
                            <a:srgbClr val="FFFFFF"/>
                          </a:solidFill>
                          <a:latin typeface="Arial"/>
                          <a:ea typeface="Arial"/>
                          <a:cs typeface="Arial"/>
                        </a:rPr>
                        <a:t>Implementation</a:t>
                      </a:r>
                    </a:p>
                  </a:txBody>
                  <a:tcPr marL="91440" marR="91440" marT="45720" marB="45720" anchor="ctr">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r>
              <a:tr h="407988">
                <a:tc>
                  <a:txBody>
                    <a:bodyPr wrap="square" lIns="133350" tIns="95250" rIns="114300" bIns="95250">
                      <a:noAutofit/>
                    </a:bodyPr>
                    <a:lstStyle/>
                    <a:p>
                      <a:r>
                        <a:rPr sz="1575" b="0">
                          <a:solidFill>
                            <a:srgbClr val="14243B"/>
                          </a:solidFill>
                          <a:latin typeface="Arial"/>
                          <a:ea typeface="Arial"/>
                          <a:cs typeface="Arial"/>
                        </a:rPr>
                        <a:t>Interface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React + TypeScript</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07988">
                <a:tc>
                  <a:txBody>
                    <a:bodyPr wrap="square" lIns="133350" tIns="95250" rIns="114300" bIns="95250">
                      <a:noAutofit/>
                    </a:bodyPr>
                    <a:lstStyle/>
                    <a:p>
                      <a:r>
                        <a:rPr sz="1575" b="0">
                          <a:solidFill>
                            <a:srgbClr val="14243B"/>
                          </a:solidFill>
                          <a:latin typeface="Arial"/>
                          <a:ea typeface="Arial"/>
                          <a:cs typeface="Arial"/>
                        </a:rPr>
                        <a:t>API</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Node.js + Express</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407988">
                <a:tc>
                  <a:txBody>
                    <a:bodyPr wrap="square" lIns="133350" tIns="95250" rIns="114300" bIns="95250">
                      <a:noAutofit/>
                    </a:bodyPr>
                    <a:lstStyle/>
                    <a:p>
                      <a:r>
                        <a:rPr sz="1575" b="0">
                          <a:solidFill>
                            <a:srgbClr val="14243B"/>
                          </a:solidFill>
                          <a:latin typeface="Arial"/>
                          <a:ea typeface="Arial"/>
                          <a:cs typeface="Arial"/>
                        </a:rPr>
                        <a:t>Evidence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SQLite + private files</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07988">
                <a:tc>
                  <a:txBody>
                    <a:bodyPr wrap="square" lIns="133350" tIns="95250" rIns="114300" bIns="95250">
                      <a:noAutofit/>
                    </a:bodyPr>
                    <a:lstStyle/>
                    <a:p>
                      <a:r>
                        <a:rPr sz="1575" b="0">
                          <a:solidFill>
                            <a:srgbClr val="14243B"/>
                          </a:solidFill>
                          <a:latin typeface="Arial"/>
                          <a:ea typeface="Arial"/>
                          <a:cs typeface="Arial"/>
                        </a:rPr>
                        <a:t>Extraction</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pdf-parse + Tesseract</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407988">
                <a:tc>
                  <a:txBody>
                    <a:bodyPr wrap="square" lIns="133350" tIns="95250" rIns="114300" bIns="95250">
                      <a:noAutofit/>
                    </a:bodyPr>
                    <a:lstStyle/>
                    <a:p>
                      <a:r>
                        <a:rPr sz="1575" b="0">
                          <a:solidFill>
                            <a:srgbClr val="14243B"/>
                          </a:solidFill>
                          <a:latin typeface="Arial"/>
                          <a:ea typeface="Arial"/>
                          <a:cs typeface="Arial"/>
                        </a:rPr>
                        <a:t>Reports</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jsPDF</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bl>
          </a:graphicData>
        </a:graphic>
      </p:graphicFrame>
      <p:sp>
        <p:nvSpPr>
          <p:cNvPr id="17423" name="prototype-label">
            <a:extLst xmlns:a="http://schemas.openxmlformats.org/drawingml/2006/main">
              <a:ext uri="{FF2B5EF4-FFF2-40B4-BE49-F238E27FC236}">
                <a16:creationId xmlns:a16="http://schemas.microsoft.com/office/drawing/2014/main" id="{A76B3A8E-FEE1-4AE6-9543-95D7C1670E6B}"/>
              </a:ext>
            </a:extLst>
          </p:cNvPr>
          <p:cNvSpPr>
            <a:spLocks xmlns:a="http://schemas.openxmlformats.org/drawingml/2006/main" noGrp="1"/>
          </p:cNvSpPr>
          <p:nvPr/>
        </p:nvSpPr>
        <p:spPr>
          <a:xfrm xmlns:a="http://schemas.openxmlformats.org/drawingml/2006/main">
            <a:off x="4857750" y="28956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F497D"/>
                </a:solidFill>
                <a:latin typeface="Arial"/>
                <a:ea typeface="Arial"/>
                <a:cs typeface="Arial"/>
              </a:defRPr>
            </a:defPPr>
            <a:lvl1pPr algn="l">
              <a:defRPr sz="1875" b="1">
                <a:solidFill>
                  <a:srgbClr val="1F497D"/>
                </a:solidFill>
                <a:latin typeface="Arial"/>
                <a:ea typeface="Arial"/>
                <a:cs typeface="Arial"/>
              </a:defRPr>
            </a:lvl1pPr>
            <a:lvl2pPr algn="l">
              <a:defRPr sz="1875" b="1">
                <a:solidFill>
                  <a:srgbClr val="1F497D"/>
                </a:solidFill>
                <a:latin typeface="Arial"/>
                <a:ea typeface="Arial"/>
                <a:cs typeface="Arial"/>
              </a:defRPr>
            </a:lvl2pPr>
            <a:lvl3pPr algn="l">
              <a:defRPr sz="1875" b="1">
                <a:solidFill>
                  <a:srgbClr val="1F497D"/>
                </a:solidFill>
                <a:latin typeface="Arial"/>
                <a:ea typeface="Arial"/>
                <a:cs typeface="Arial"/>
              </a:defRPr>
            </a:lvl3pPr>
            <a:lvl4pPr algn="l">
              <a:defRPr sz="1875" b="1">
                <a:solidFill>
                  <a:srgbClr val="1F497D"/>
                </a:solidFill>
                <a:latin typeface="Arial"/>
                <a:ea typeface="Arial"/>
                <a:cs typeface="Arial"/>
              </a:defRPr>
            </a:lvl4pPr>
            <a:lvl5pPr algn="l">
              <a:defRPr sz="1875" b="1">
                <a:solidFill>
                  <a:srgbClr val="1F497D"/>
                </a:solidFill>
                <a:latin typeface="Arial"/>
                <a:ea typeface="Arial"/>
                <a:cs typeface="Arial"/>
              </a:defRPr>
            </a:lvl5pPr>
            <a:lvl6pPr algn="l">
              <a:defRPr sz="1875" b="1">
                <a:solidFill>
                  <a:srgbClr val="1F497D"/>
                </a:solidFill>
                <a:latin typeface="Arial"/>
                <a:ea typeface="Arial"/>
                <a:cs typeface="Arial"/>
              </a:defRPr>
            </a:lvl6pPr>
            <a:lvl7pPr algn="l">
              <a:defRPr sz="1875" b="1">
                <a:solidFill>
                  <a:srgbClr val="1F497D"/>
                </a:solidFill>
                <a:latin typeface="Arial"/>
                <a:ea typeface="Arial"/>
                <a:cs typeface="Arial"/>
              </a:defRPr>
            </a:lvl7pPr>
            <a:lvl8pPr algn="l">
              <a:defRPr sz="1875" b="1">
                <a:solidFill>
                  <a:srgbClr val="1F497D"/>
                </a:solidFill>
                <a:latin typeface="Arial"/>
                <a:ea typeface="Arial"/>
                <a:cs typeface="Arial"/>
              </a:defRPr>
            </a:lvl8pPr>
            <a:lvl9pPr algn="l">
              <a:defRPr sz="1875" b="1">
                <a:solidFill>
                  <a:srgbClr val="1F497D"/>
                </a:solidFill>
                <a:latin typeface="Arial"/>
                <a:ea typeface="Arial"/>
                <a:cs typeface="Arial"/>
              </a:defRPr>
            </a:lvl9pPr>
          </a:lstStyle>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Working prototype: calculated replacement impact</a:t>
            </a:r>
          </a:p>
        </p:txBody>
      </p:sp>
      <p:pic>
        <p:nvPicPr>
          <p:cNvPr id="17424" name="">
            <a:extLst xmlns:a="http://schemas.openxmlformats.org/drawingml/2006/main">
              <a:ext uri="{FF2B5EF4-FFF2-40B4-BE49-F238E27FC236}">
                <a16:creationId xmlns:a16="http://schemas.microsoft.com/office/drawing/2014/main" id="{E915013A-D9FA-4962-A4EA-99A501DE6197}"/>
              </a:ext>
            </a:extLst>
          </p:cNvPr>
          <p:cNvPicPr>
            <a:picLocks xmlns:a="http://schemas.openxmlformats.org/drawingml/2006/main" noChangeAspect="1"/>
          </p:cNvPicPr>
          <p:nvPr/>
        </p:nvPicPr>
        <p:blipFill>
          <a:blip xmlns:r="http://schemas.openxmlformats.org/officeDocument/2006/relationships" xmlns:a="http://schemas.openxmlformats.org/drawingml/2006/main" r:embed="R48aa2bd74bdb42c8"/>
          <a:srcRect xmlns:a="http://schemas.openxmlformats.org/drawingml/2006/main" l="17000" t="4000" r="1000" b="43000"/>
          <a:stretch xmlns:a="http://schemas.openxmlformats.org/drawingml/2006/main"/>
        </p:blipFill>
        <p:spPr>
          <a:xfrm xmlns:a="http://schemas.openxmlformats.org/drawingml/2006/main">
            <a:off x="4857750" y="3314700"/>
            <a:ext cx="6762750" cy="2362200"/>
          </a:xfrm>
          <a:prstGeom xmlns:a="http://schemas.openxmlformats.org/drawingml/2006/main" prst="rect">
            <a:avLst/>
          </a:prstGeom>
        </p:spPr>
      </p:pic>
      <p:sp>
        <p:nvSpPr>
          <p:cNvPr id="17425" name="tech-boundary">
            <a:extLst xmlns:a="http://schemas.openxmlformats.org/drawingml/2006/main">
              <a:ext uri="{FF2B5EF4-FFF2-40B4-BE49-F238E27FC236}">
                <a16:creationId xmlns:a16="http://schemas.microsoft.com/office/drawing/2014/main" id="{C1ED6579-540B-4396-908E-BC11893794A2}"/>
              </a:ext>
            </a:extLst>
          </p:cNvPr>
          <p:cNvSpPr>
            <a:spLocks xmlns:a="http://schemas.openxmlformats.org/drawingml/2006/main" noGrp="1"/>
          </p:cNvSpPr>
          <p:nvPr/>
        </p:nvSpPr>
        <p:spPr>
          <a:xfrm xmlns:a="http://schemas.openxmlformats.org/drawingml/2006/main">
            <a:off x="4857750" y="5781675"/>
            <a:ext cx="676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F766E"/>
                </a:solidFill>
                <a:latin typeface="Arial"/>
                <a:ea typeface="Arial"/>
                <a:cs typeface="Arial"/>
              </a:defRPr>
            </a:defPPr>
            <a:lvl1pPr algn="l">
              <a:defRPr sz="1500" b="1">
                <a:solidFill>
                  <a:srgbClr val="0F766E"/>
                </a:solidFill>
                <a:latin typeface="Arial"/>
                <a:ea typeface="Arial"/>
                <a:cs typeface="Arial"/>
              </a:defRPr>
            </a:lvl1pPr>
            <a:lvl2pPr algn="l">
              <a:defRPr sz="1500" b="1">
                <a:solidFill>
                  <a:srgbClr val="0F766E"/>
                </a:solidFill>
                <a:latin typeface="Arial"/>
                <a:ea typeface="Arial"/>
                <a:cs typeface="Arial"/>
              </a:defRPr>
            </a:lvl2pPr>
            <a:lvl3pPr algn="l">
              <a:defRPr sz="1500" b="1">
                <a:solidFill>
                  <a:srgbClr val="0F766E"/>
                </a:solidFill>
                <a:latin typeface="Arial"/>
                <a:ea typeface="Arial"/>
                <a:cs typeface="Arial"/>
              </a:defRPr>
            </a:lvl3pPr>
            <a:lvl4pPr algn="l">
              <a:defRPr sz="1500" b="1">
                <a:solidFill>
                  <a:srgbClr val="0F766E"/>
                </a:solidFill>
                <a:latin typeface="Arial"/>
                <a:ea typeface="Arial"/>
                <a:cs typeface="Arial"/>
              </a:defRPr>
            </a:lvl4pPr>
            <a:lvl5pPr algn="l">
              <a:defRPr sz="1500" b="1">
                <a:solidFill>
                  <a:srgbClr val="0F766E"/>
                </a:solidFill>
                <a:latin typeface="Arial"/>
                <a:ea typeface="Arial"/>
                <a:cs typeface="Arial"/>
              </a:defRPr>
            </a:lvl5pPr>
            <a:lvl6pPr algn="l">
              <a:defRPr sz="1500" b="1">
                <a:solidFill>
                  <a:srgbClr val="0F766E"/>
                </a:solidFill>
                <a:latin typeface="Arial"/>
                <a:ea typeface="Arial"/>
                <a:cs typeface="Arial"/>
              </a:defRPr>
            </a:lvl6pPr>
            <a:lvl7pPr algn="l">
              <a:defRPr sz="1500" b="1">
                <a:solidFill>
                  <a:srgbClr val="0F766E"/>
                </a:solidFill>
                <a:latin typeface="Arial"/>
                <a:ea typeface="Arial"/>
                <a:cs typeface="Arial"/>
              </a:defRPr>
            </a:lvl7pPr>
            <a:lvl8pPr algn="l">
              <a:defRPr sz="1500" b="1">
                <a:solidFill>
                  <a:srgbClr val="0F766E"/>
                </a:solidFill>
                <a:latin typeface="Arial"/>
                <a:ea typeface="Arial"/>
                <a:cs typeface="Arial"/>
              </a:defRPr>
            </a:lvl8pPr>
            <a:lvl9pPr algn="l">
              <a:defRPr sz="1500" b="1">
                <a:solidFill>
                  <a:srgbClr val="0F766E"/>
                </a:solidFill>
                <a:latin typeface="Arial"/>
                <a:ea typeface="Arial"/>
                <a:cs typeface="Arial"/>
              </a:defRPr>
            </a:lvl9pPr>
          </a:lstStyle>
          <a:p xmlns:a="http://schemas.openxmlformats.org/drawingml/2006/main">
            <a:pPr algn="l">
              <a:defRPr sz="1500" b="1">
                <a:solidFill>
                  <a:srgbClr val="0F766E"/>
                </a:solidFill>
                <a:latin typeface="Arial"/>
                <a:ea typeface="Arial"/>
                <a:cs typeface="Arial"/>
              </a:defRPr>
            </a:pPr>
            <a:r>
              <a:rPr sz="1500" b="1">
                <a:solidFill>
                  <a:srgbClr val="0F766E"/>
                </a:solidFill>
                <a:latin typeface="Arial"/>
                <a:ea typeface="Arial"/>
                <a:cs typeface="Arial"/>
              </a:rPr>
              <a:t>Versions and finding fingerprints preserve review history.</a:t>
            </a: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17410" name="registered-team-mark">
            <a:extLst xmlns:a="http://schemas.openxmlformats.org/drawingml/2006/main">
              <a:ext uri="{FF2B5EF4-FFF2-40B4-BE49-F238E27FC236}">
                <a16:creationId xmlns:a16="http://schemas.microsoft.com/office/drawing/2014/main" id="{2ACD0E0E-20BC-401C-9C29-792B047966E7}"/>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2" name="Picture 11">
            <a:extLst xmlns:a="http://schemas.openxmlformats.org/drawingml/2006/main">
              <a:ext uri="{FF2B5EF4-FFF2-40B4-BE49-F238E27FC236}">
                <a16:creationId xmlns:a16="http://schemas.microsoft.com/office/drawing/2014/main" id="{162B9FF3-7461-4EE6-864E-7068D0D5726E}"/>
              </a:ext>
            </a:extLst>
          </p:cNvPr>
          <p:cNvPicPr>
            <a:picLocks xmlns:a="http://schemas.openxmlformats.org/drawingml/2006/main" noChangeAspect="1"/>
          </p:cNvPicPr>
          <p:nvPr/>
        </p:nvPicPr>
        <p:blipFill>
          <a:blip xmlns:r="http://schemas.openxmlformats.org/officeDocument/2006/relationships" xmlns:a="http://schemas.openxmlformats.org/drawingml/2006/main" r:embed="Raa2935e5c91c4e0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53203477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47C66D7-A0B9-48EC-B74F-5A313AD02A3C}"/>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150" b="1">
                <a:solidFill>
                  <a:srgbClr val="000000"/>
                </a:solidFill>
                <a:latin typeface="Times New Roman"/>
                <a:ea typeface="Times New Roman"/>
                <a:cs typeface="Times New Roman"/>
              </a:defRPr>
            </a:defPPr>
            <a:lvl1pPr algn="ctr">
              <a:defRPr sz="3150" b="1">
                <a:solidFill>
                  <a:srgbClr val="000000"/>
                </a:solidFill>
                <a:latin typeface="Times New Roman"/>
                <a:ea typeface="Times New Roman"/>
                <a:cs typeface="Times New Roman"/>
              </a:defRPr>
            </a:lvl1pPr>
            <a:lvl2pPr algn="ctr">
              <a:defRPr sz="3150" b="1">
                <a:solidFill>
                  <a:srgbClr val="000000"/>
                </a:solidFill>
                <a:latin typeface="Times New Roman"/>
                <a:ea typeface="Times New Roman"/>
                <a:cs typeface="Times New Roman"/>
              </a:defRPr>
            </a:lvl2pPr>
            <a:lvl3pPr algn="ctr">
              <a:defRPr sz="3150" b="1">
                <a:solidFill>
                  <a:srgbClr val="000000"/>
                </a:solidFill>
                <a:latin typeface="Times New Roman"/>
                <a:ea typeface="Times New Roman"/>
                <a:cs typeface="Times New Roman"/>
              </a:defRPr>
            </a:lvl3pPr>
            <a:lvl4pPr algn="ctr">
              <a:defRPr sz="3150" b="1">
                <a:solidFill>
                  <a:srgbClr val="000000"/>
                </a:solidFill>
                <a:latin typeface="Times New Roman"/>
                <a:ea typeface="Times New Roman"/>
                <a:cs typeface="Times New Roman"/>
              </a:defRPr>
            </a:lvl4pPr>
            <a:lvl5pPr algn="ctr">
              <a:defRPr sz="3150" b="1">
                <a:solidFill>
                  <a:srgbClr val="000000"/>
                </a:solidFill>
                <a:latin typeface="Times New Roman"/>
                <a:ea typeface="Times New Roman"/>
                <a:cs typeface="Times New Roman"/>
              </a:defRPr>
            </a:lvl5pPr>
            <a:lvl6pPr algn="ctr">
              <a:defRPr sz="3150" b="1">
                <a:solidFill>
                  <a:srgbClr val="000000"/>
                </a:solidFill>
                <a:latin typeface="Times New Roman"/>
                <a:ea typeface="Times New Roman"/>
                <a:cs typeface="Times New Roman"/>
              </a:defRPr>
            </a:lvl6pPr>
            <a:lvl7pPr algn="ctr">
              <a:defRPr sz="3150" b="1">
                <a:solidFill>
                  <a:srgbClr val="000000"/>
                </a:solidFill>
                <a:latin typeface="Times New Roman"/>
                <a:ea typeface="Times New Roman"/>
                <a:cs typeface="Times New Roman"/>
              </a:defRPr>
            </a:lvl7pPr>
            <a:lvl8pPr algn="ctr">
              <a:defRPr sz="3150" b="1">
                <a:solidFill>
                  <a:srgbClr val="000000"/>
                </a:solidFill>
                <a:latin typeface="Times New Roman"/>
                <a:ea typeface="Times New Roman"/>
                <a:cs typeface="Times New Roman"/>
              </a:defRPr>
            </a:lvl8pPr>
            <a:lvl9pPr algn="ctr">
              <a:defRPr sz="3150" b="1">
                <a:solidFill>
                  <a:srgbClr val="000000"/>
                </a:solidFill>
                <a:latin typeface="Times New Roman"/>
                <a:ea typeface="Times New Roman"/>
                <a:cs typeface="Times New Roman"/>
              </a:defRPr>
            </a:lvl9pPr>
          </a:lstStyle>
          <a:p xmlns:a="http://schemas.openxmlformats.org/drawingml/2006/main">
            <a:pPr algn="ctr">
              <a:buNone/>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D542D255-2B26-48FB-8585-448B15E071E3}"/>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marL="0" marR="0" lvl="0" indent="0" algn="r" defTabSz="457200">
              <a:lnSpc>
                <a:spcPct val="100000"/>
              </a:lnSpc>
              <a:spcBef>
                <a:spcPct val="0"/>
              </a:spcBef>
              <a:spcAft>
                <a:spcPct val="0"/>
              </a:spcAft>
              <a:buClrTx/>
              <a:buSzTx/>
              <a:buFontTx/>
              <a:buNone/>
              <a:defRPr sz="1125" b="1">
                <a:solidFill>
                  <a:srgbClr val="FFFFFF"/>
                </a:solidFill>
                <a:latin typeface="Arial"/>
                <a:ea typeface="Arial"/>
                <a:cs typeface="Arial"/>
              </a:defRPr>
            </a:pPr>
            <a:fld id="{EFD6AB9A-5F9E-5F59-51AB-3C8734130965}" type="slidenum">
              <a:rPr sz="1125" b="1" i="0" u="none" strike="noStrike" cap="none" spc="0" baseline="0">
                <a:ln>
                  <a:noFill/>
                </a:ln>
                <a:solidFill>
                  <a:srgbClr val="FFFFFF"/>
                </a:solidFill>
                <a:latin typeface="Arial"/>
                <a:ea typeface="Arial"/>
                <a:cs typeface="Arial"/>
              </a:rPr>
              <a:t>4</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B192E1D-0913-4625-B1FA-3AD171870F1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marL="0" marR="0" lvl="0" indent="0" algn="ctr" defTabSz="457200">
              <a:lnSpc>
                <a:spcPct val="100000"/>
              </a:lnSpc>
              <a:spcBef>
                <a:spcPts val="0"/>
              </a:spcBef>
              <a:spcAft>
                <a:spcPts val="0"/>
              </a:spcAft>
              <a:buClrTx/>
              <a:buSzTx/>
              <a:buFontTx/>
              <a:buNone/>
              <a:defRPr sz="1050">
                <a:solidFill>
                  <a:srgbClr val="FFFFFF"/>
                </a:solidFill>
                <a:latin typeface="Arial"/>
                <a:ea typeface="Arial"/>
                <a:cs typeface="Arial"/>
              </a:defRPr>
            </a:pPr>
            <a:r>
              <a:rPr sz="1050" b="0" i="0" u="none" strike="noStrike" cap="none" spc="0" baseline="0">
                <a:ln>
                  <a:noFill/>
                </a:ln>
                <a:solidFill>
                  <a:srgbClr val="FFFFFF"/>
                </a:solidFill>
                <a:latin typeface="Arial"/>
                <a:ea typeface="Arial"/>
                <a:cs typeface="Arial"/>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7411" name="feasibility-subject">
            <a:extLst xmlns:a="http://schemas.openxmlformats.org/drawingml/2006/main">
              <a:ext uri="{FF2B5EF4-FFF2-40B4-BE49-F238E27FC236}">
                <a16:creationId xmlns:a16="http://schemas.microsoft.com/office/drawing/2014/main" id="{DA77C3E3-5526-4BF1-BCD3-3E3A8CEE8BA9}"/>
              </a:ext>
            </a:extLst>
          </p:cNvPr>
          <p:cNvSpPr>
            <a:spLocks xmlns:a="http://schemas.openxmlformats.org/drawingml/2006/main" noGrp="1"/>
          </p:cNvSpPr>
          <p:nvPr/>
        </p:nvSpPr>
        <p:spPr>
          <a:xfrm xmlns:a="http://schemas.openxmlformats.org/drawingml/2006/main">
            <a:off x="457200" y="123825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F497D"/>
                </a:solidFill>
                <a:latin typeface="Arial"/>
                <a:ea typeface="Arial"/>
                <a:cs typeface="Arial"/>
              </a:defRPr>
            </a:defPPr>
            <a:lvl1pPr algn="l">
              <a:defRPr sz="2250" b="1">
                <a:solidFill>
                  <a:srgbClr val="1F497D"/>
                </a:solidFill>
                <a:latin typeface="Arial"/>
                <a:ea typeface="Arial"/>
                <a:cs typeface="Arial"/>
              </a:defRPr>
            </a:lvl1pPr>
            <a:lvl2pPr algn="l">
              <a:defRPr sz="2250" b="1">
                <a:solidFill>
                  <a:srgbClr val="1F497D"/>
                </a:solidFill>
                <a:latin typeface="Arial"/>
                <a:ea typeface="Arial"/>
                <a:cs typeface="Arial"/>
              </a:defRPr>
            </a:lvl2pPr>
            <a:lvl3pPr algn="l">
              <a:defRPr sz="2250" b="1">
                <a:solidFill>
                  <a:srgbClr val="1F497D"/>
                </a:solidFill>
                <a:latin typeface="Arial"/>
                <a:ea typeface="Arial"/>
                <a:cs typeface="Arial"/>
              </a:defRPr>
            </a:lvl3pPr>
            <a:lvl4pPr algn="l">
              <a:defRPr sz="2250" b="1">
                <a:solidFill>
                  <a:srgbClr val="1F497D"/>
                </a:solidFill>
                <a:latin typeface="Arial"/>
                <a:ea typeface="Arial"/>
                <a:cs typeface="Arial"/>
              </a:defRPr>
            </a:lvl4pPr>
            <a:lvl5pPr algn="l">
              <a:defRPr sz="2250" b="1">
                <a:solidFill>
                  <a:srgbClr val="1F497D"/>
                </a:solidFill>
                <a:latin typeface="Arial"/>
                <a:ea typeface="Arial"/>
                <a:cs typeface="Arial"/>
              </a:defRPr>
            </a:lvl5pPr>
            <a:lvl6pPr algn="l">
              <a:defRPr sz="2250" b="1">
                <a:solidFill>
                  <a:srgbClr val="1F497D"/>
                </a:solidFill>
                <a:latin typeface="Arial"/>
                <a:ea typeface="Arial"/>
                <a:cs typeface="Arial"/>
              </a:defRPr>
            </a:lvl6pPr>
            <a:lvl7pPr algn="l">
              <a:defRPr sz="2250" b="1">
                <a:solidFill>
                  <a:srgbClr val="1F497D"/>
                </a:solidFill>
                <a:latin typeface="Arial"/>
                <a:ea typeface="Arial"/>
                <a:cs typeface="Arial"/>
              </a:defRPr>
            </a:lvl7pPr>
            <a:lvl8pPr algn="l">
              <a:defRPr sz="2250" b="1">
                <a:solidFill>
                  <a:srgbClr val="1F497D"/>
                </a:solidFill>
                <a:latin typeface="Arial"/>
                <a:ea typeface="Arial"/>
                <a:cs typeface="Arial"/>
              </a:defRPr>
            </a:lvl8pPr>
            <a:lvl9pPr algn="l">
              <a:defRPr sz="2250" b="1">
                <a:solidFill>
                  <a:srgbClr val="1F497D"/>
                </a:solidFill>
                <a:latin typeface="Arial"/>
                <a:ea typeface="Arial"/>
                <a:cs typeface="Arial"/>
              </a:defRPr>
            </a:lvl9pPr>
          </a:lstStyle>
          <a:p xmlns:a="http://schemas.openxmlformats.org/drawingml/2006/main">
            <a:pPr algn="l">
              <a:defRPr sz="2250" b="1">
                <a:solidFill>
                  <a:srgbClr val="1F497D"/>
                </a:solidFill>
                <a:latin typeface="Arial"/>
                <a:ea typeface="Arial"/>
                <a:cs typeface="Arial"/>
              </a:defRPr>
            </a:pPr>
            <a:r>
              <a:rPr sz="2250" b="1">
                <a:solidFill>
                  <a:srgbClr val="1F497D"/>
                </a:solidFill>
                <a:latin typeface="Arial"/>
                <a:ea typeface="Arial"/>
                <a:cs typeface="Arial"/>
              </a:rPr>
              <a:t>A working local prototype with tested review controls</a:t>
            </a:r>
          </a:p>
        </p:txBody>
      </p:sp>
      <p:sp>
        <p:nvSpPr>
          <p:cNvPr id="17412" name="test-count">
            <a:extLst xmlns:a="http://schemas.openxmlformats.org/drawingml/2006/main">
              <a:ext uri="{FF2B5EF4-FFF2-40B4-BE49-F238E27FC236}">
                <a16:creationId xmlns:a16="http://schemas.microsoft.com/office/drawing/2014/main" id="{4C3FAA47-96E8-4DFB-9EB9-B64B47536281}"/>
              </a:ext>
            </a:extLst>
          </p:cNvPr>
          <p:cNvSpPr>
            <a:spLocks xmlns:a="http://schemas.openxmlformats.org/drawingml/2006/main" noGrp="1"/>
          </p:cNvSpPr>
          <p:nvPr/>
        </p:nvSpPr>
        <p:spPr>
          <a:xfrm xmlns:a="http://schemas.openxmlformats.org/drawingml/2006/main">
            <a:off x="457200" y="1762125"/>
            <a:ext cx="1381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F766E"/>
                </a:solidFill>
                <a:latin typeface="Arial"/>
                <a:ea typeface="Arial"/>
                <a:cs typeface="Arial"/>
              </a:defRPr>
            </a:defPPr>
            <a:lvl1pPr algn="l">
              <a:defRPr sz="5250" b="1">
                <a:solidFill>
                  <a:srgbClr val="0F766E"/>
                </a:solidFill>
                <a:latin typeface="Arial"/>
                <a:ea typeface="Arial"/>
                <a:cs typeface="Arial"/>
              </a:defRPr>
            </a:lvl1pPr>
            <a:lvl2pPr algn="l">
              <a:defRPr sz="5250" b="1">
                <a:solidFill>
                  <a:srgbClr val="0F766E"/>
                </a:solidFill>
                <a:latin typeface="Arial"/>
                <a:ea typeface="Arial"/>
                <a:cs typeface="Arial"/>
              </a:defRPr>
            </a:lvl2pPr>
            <a:lvl3pPr algn="l">
              <a:defRPr sz="5250" b="1">
                <a:solidFill>
                  <a:srgbClr val="0F766E"/>
                </a:solidFill>
                <a:latin typeface="Arial"/>
                <a:ea typeface="Arial"/>
                <a:cs typeface="Arial"/>
              </a:defRPr>
            </a:lvl3pPr>
            <a:lvl4pPr algn="l">
              <a:defRPr sz="5250" b="1">
                <a:solidFill>
                  <a:srgbClr val="0F766E"/>
                </a:solidFill>
                <a:latin typeface="Arial"/>
                <a:ea typeface="Arial"/>
                <a:cs typeface="Arial"/>
              </a:defRPr>
            </a:lvl4pPr>
            <a:lvl5pPr algn="l">
              <a:defRPr sz="5250" b="1">
                <a:solidFill>
                  <a:srgbClr val="0F766E"/>
                </a:solidFill>
                <a:latin typeface="Arial"/>
                <a:ea typeface="Arial"/>
                <a:cs typeface="Arial"/>
              </a:defRPr>
            </a:lvl5pPr>
            <a:lvl6pPr algn="l">
              <a:defRPr sz="5250" b="1">
                <a:solidFill>
                  <a:srgbClr val="0F766E"/>
                </a:solidFill>
                <a:latin typeface="Arial"/>
                <a:ea typeface="Arial"/>
                <a:cs typeface="Arial"/>
              </a:defRPr>
            </a:lvl6pPr>
            <a:lvl7pPr algn="l">
              <a:defRPr sz="5250" b="1">
                <a:solidFill>
                  <a:srgbClr val="0F766E"/>
                </a:solidFill>
                <a:latin typeface="Arial"/>
                <a:ea typeface="Arial"/>
                <a:cs typeface="Arial"/>
              </a:defRPr>
            </a:lvl7pPr>
            <a:lvl8pPr algn="l">
              <a:defRPr sz="5250" b="1">
                <a:solidFill>
                  <a:srgbClr val="0F766E"/>
                </a:solidFill>
                <a:latin typeface="Arial"/>
                <a:ea typeface="Arial"/>
                <a:cs typeface="Arial"/>
              </a:defRPr>
            </a:lvl8pPr>
            <a:lvl9pPr algn="l">
              <a:defRPr sz="5250" b="1">
                <a:solidFill>
                  <a:srgbClr val="0F766E"/>
                </a:solidFill>
                <a:latin typeface="Arial"/>
                <a:ea typeface="Arial"/>
                <a:cs typeface="Arial"/>
              </a:defRPr>
            </a:lvl9pPr>
          </a:lstStyle>
          <a:p xmlns:a="http://schemas.openxmlformats.org/drawingml/2006/main">
            <a:pPr algn="l">
              <a:defRPr sz="5250" b="1">
                <a:solidFill>
                  <a:srgbClr val="0F766E"/>
                </a:solidFill>
                <a:latin typeface="Arial"/>
                <a:ea typeface="Arial"/>
                <a:cs typeface="Arial"/>
              </a:defRPr>
            </a:pPr>
            <a:r>
              <a:rPr sz="5250" b="1">
                <a:solidFill>
                  <a:srgbClr val="0F766E"/>
                </a:solidFill>
                <a:latin typeface="Arial"/>
                <a:ea typeface="Arial"/>
                <a:cs typeface="Arial"/>
              </a:rPr>
              <a:t>40</a:t>
            </a:r>
          </a:p>
        </p:txBody>
      </p:sp>
      <p:sp>
        <p:nvSpPr>
          <p:cNvPr id="17413" name="test-label">
            <a:extLst xmlns:a="http://schemas.openxmlformats.org/drawingml/2006/main">
              <a:ext uri="{FF2B5EF4-FFF2-40B4-BE49-F238E27FC236}">
                <a16:creationId xmlns:a16="http://schemas.microsoft.com/office/drawing/2014/main" id="{7BBCC0B0-2A4B-412C-8624-F8C4D890CBFE}"/>
              </a:ext>
            </a:extLst>
          </p:cNvPr>
          <p:cNvSpPr>
            <a:spLocks xmlns:a="http://schemas.openxmlformats.org/drawingml/2006/main" noGrp="1"/>
          </p:cNvSpPr>
          <p:nvPr/>
        </p:nvSpPr>
        <p:spPr>
          <a:xfrm xmlns:a="http://schemas.openxmlformats.org/drawingml/2006/main">
            <a:off x="1914525" y="1905000"/>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43B"/>
                </a:solidFill>
                <a:latin typeface="Arial"/>
                <a:ea typeface="Arial"/>
                <a:cs typeface="Arial"/>
              </a:defRPr>
            </a:defPPr>
            <a:lvl1pPr algn="l">
              <a:defRPr sz="1800" b="1">
                <a:solidFill>
                  <a:srgbClr val="14243B"/>
                </a:solidFill>
                <a:latin typeface="Arial"/>
                <a:ea typeface="Arial"/>
                <a:cs typeface="Arial"/>
              </a:defRPr>
            </a:lvl1pPr>
            <a:lvl2pPr algn="l">
              <a:defRPr sz="1800" b="1">
                <a:solidFill>
                  <a:srgbClr val="14243B"/>
                </a:solidFill>
                <a:latin typeface="Arial"/>
                <a:ea typeface="Arial"/>
                <a:cs typeface="Arial"/>
              </a:defRPr>
            </a:lvl2pPr>
            <a:lvl3pPr algn="l">
              <a:defRPr sz="1800" b="1">
                <a:solidFill>
                  <a:srgbClr val="14243B"/>
                </a:solidFill>
                <a:latin typeface="Arial"/>
                <a:ea typeface="Arial"/>
                <a:cs typeface="Arial"/>
              </a:defRPr>
            </a:lvl3pPr>
            <a:lvl4pPr algn="l">
              <a:defRPr sz="1800" b="1">
                <a:solidFill>
                  <a:srgbClr val="14243B"/>
                </a:solidFill>
                <a:latin typeface="Arial"/>
                <a:ea typeface="Arial"/>
                <a:cs typeface="Arial"/>
              </a:defRPr>
            </a:lvl4pPr>
            <a:lvl5pPr algn="l">
              <a:defRPr sz="1800" b="1">
                <a:solidFill>
                  <a:srgbClr val="14243B"/>
                </a:solidFill>
                <a:latin typeface="Arial"/>
                <a:ea typeface="Arial"/>
                <a:cs typeface="Arial"/>
              </a:defRPr>
            </a:lvl5pPr>
            <a:lvl6pPr algn="l">
              <a:defRPr sz="1800" b="1">
                <a:solidFill>
                  <a:srgbClr val="14243B"/>
                </a:solidFill>
                <a:latin typeface="Arial"/>
                <a:ea typeface="Arial"/>
                <a:cs typeface="Arial"/>
              </a:defRPr>
            </a:lvl6pPr>
            <a:lvl7pPr algn="l">
              <a:defRPr sz="1800" b="1">
                <a:solidFill>
                  <a:srgbClr val="14243B"/>
                </a:solidFill>
                <a:latin typeface="Arial"/>
                <a:ea typeface="Arial"/>
                <a:cs typeface="Arial"/>
              </a:defRPr>
            </a:lvl7pPr>
            <a:lvl8pPr algn="l">
              <a:defRPr sz="1800" b="1">
                <a:solidFill>
                  <a:srgbClr val="14243B"/>
                </a:solidFill>
                <a:latin typeface="Arial"/>
                <a:ea typeface="Arial"/>
                <a:cs typeface="Arial"/>
              </a:defRPr>
            </a:lvl8pPr>
            <a:lvl9pPr algn="l">
              <a:defRPr sz="1800" b="1">
                <a:solidFill>
                  <a:srgbClr val="14243B"/>
                </a:solidFill>
                <a:latin typeface="Arial"/>
                <a:ea typeface="Arial"/>
                <a:cs typeface="Arial"/>
              </a:defRPr>
            </a:lvl9pPr>
          </a:lstStyle>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API and rule</a:t>
            </a:r>
          </a:p>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tests passed</a:t>
            </a:r>
          </a:p>
        </p:txBody>
      </p:sp>
      <p:sp>
        <p:nvSpPr>
          <p:cNvPr id="17414" name="evaluation-count">
            <a:extLst xmlns:a="http://schemas.openxmlformats.org/drawingml/2006/main">
              <a:ext uri="{FF2B5EF4-FFF2-40B4-BE49-F238E27FC236}">
                <a16:creationId xmlns:a16="http://schemas.microsoft.com/office/drawing/2014/main" id="{BAA09275-FF31-4B96-BE23-BA7AA6F3D6D3}"/>
              </a:ext>
            </a:extLst>
          </p:cNvPr>
          <p:cNvSpPr>
            <a:spLocks xmlns:a="http://schemas.openxmlformats.org/drawingml/2006/main" noGrp="1"/>
          </p:cNvSpPr>
          <p:nvPr/>
        </p:nvSpPr>
        <p:spPr>
          <a:xfrm xmlns:a="http://schemas.openxmlformats.org/drawingml/2006/main">
            <a:off x="4572000" y="1762125"/>
            <a:ext cx="1381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F766E"/>
                </a:solidFill>
                <a:latin typeface="Arial"/>
                <a:ea typeface="Arial"/>
                <a:cs typeface="Arial"/>
              </a:defRPr>
            </a:defPPr>
            <a:lvl1pPr algn="l">
              <a:defRPr sz="5250" b="1">
                <a:solidFill>
                  <a:srgbClr val="0F766E"/>
                </a:solidFill>
                <a:latin typeface="Arial"/>
                <a:ea typeface="Arial"/>
                <a:cs typeface="Arial"/>
              </a:defRPr>
            </a:lvl1pPr>
            <a:lvl2pPr algn="l">
              <a:defRPr sz="5250" b="1">
                <a:solidFill>
                  <a:srgbClr val="0F766E"/>
                </a:solidFill>
                <a:latin typeface="Arial"/>
                <a:ea typeface="Arial"/>
                <a:cs typeface="Arial"/>
              </a:defRPr>
            </a:lvl2pPr>
            <a:lvl3pPr algn="l">
              <a:defRPr sz="5250" b="1">
                <a:solidFill>
                  <a:srgbClr val="0F766E"/>
                </a:solidFill>
                <a:latin typeface="Arial"/>
                <a:ea typeface="Arial"/>
                <a:cs typeface="Arial"/>
              </a:defRPr>
            </a:lvl3pPr>
            <a:lvl4pPr algn="l">
              <a:defRPr sz="5250" b="1">
                <a:solidFill>
                  <a:srgbClr val="0F766E"/>
                </a:solidFill>
                <a:latin typeface="Arial"/>
                <a:ea typeface="Arial"/>
                <a:cs typeface="Arial"/>
              </a:defRPr>
            </a:lvl4pPr>
            <a:lvl5pPr algn="l">
              <a:defRPr sz="5250" b="1">
                <a:solidFill>
                  <a:srgbClr val="0F766E"/>
                </a:solidFill>
                <a:latin typeface="Arial"/>
                <a:ea typeface="Arial"/>
                <a:cs typeface="Arial"/>
              </a:defRPr>
            </a:lvl5pPr>
            <a:lvl6pPr algn="l">
              <a:defRPr sz="5250" b="1">
                <a:solidFill>
                  <a:srgbClr val="0F766E"/>
                </a:solidFill>
                <a:latin typeface="Arial"/>
                <a:ea typeface="Arial"/>
                <a:cs typeface="Arial"/>
              </a:defRPr>
            </a:lvl6pPr>
            <a:lvl7pPr algn="l">
              <a:defRPr sz="5250" b="1">
                <a:solidFill>
                  <a:srgbClr val="0F766E"/>
                </a:solidFill>
                <a:latin typeface="Arial"/>
                <a:ea typeface="Arial"/>
                <a:cs typeface="Arial"/>
              </a:defRPr>
            </a:lvl7pPr>
            <a:lvl8pPr algn="l">
              <a:defRPr sz="5250" b="1">
                <a:solidFill>
                  <a:srgbClr val="0F766E"/>
                </a:solidFill>
                <a:latin typeface="Arial"/>
                <a:ea typeface="Arial"/>
                <a:cs typeface="Arial"/>
              </a:defRPr>
            </a:lvl8pPr>
            <a:lvl9pPr algn="l">
              <a:defRPr sz="5250" b="1">
                <a:solidFill>
                  <a:srgbClr val="0F766E"/>
                </a:solidFill>
                <a:latin typeface="Arial"/>
                <a:ea typeface="Arial"/>
                <a:cs typeface="Arial"/>
              </a:defRPr>
            </a:lvl9pPr>
          </a:lstStyle>
          <a:p xmlns:a="http://schemas.openxmlformats.org/drawingml/2006/main">
            <a:pPr algn="l">
              <a:defRPr sz="5250" b="1">
                <a:solidFill>
                  <a:srgbClr val="0F766E"/>
                </a:solidFill>
                <a:latin typeface="Arial"/>
                <a:ea typeface="Arial"/>
                <a:cs typeface="Arial"/>
              </a:defRPr>
            </a:pPr>
            <a:r>
              <a:rPr sz="5250" b="1">
                <a:solidFill>
                  <a:srgbClr val="0F766E"/>
                </a:solidFill>
                <a:latin typeface="Arial"/>
                <a:ea typeface="Arial"/>
                <a:cs typeface="Arial"/>
              </a:rPr>
              <a:t>12</a:t>
            </a:r>
          </a:p>
        </p:txBody>
      </p:sp>
      <p:sp>
        <p:nvSpPr>
          <p:cNvPr id="17415" name="evaluation-label">
            <a:extLst xmlns:a="http://schemas.openxmlformats.org/drawingml/2006/main">
              <a:ext uri="{FF2B5EF4-FFF2-40B4-BE49-F238E27FC236}">
                <a16:creationId xmlns:a16="http://schemas.microsoft.com/office/drawing/2014/main" id="{799BFF49-6243-4F3D-B142-C1ABD7F9AE9D}"/>
              </a:ext>
            </a:extLst>
          </p:cNvPr>
          <p:cNvSpPr>
            <a:spLocks xmlns:a="http://schemas.openxmlformats.org/drawingml/2006/main" noGrp="1"/>
          </p:cNvSpPr>
          <p:nvPr/>
        </p:nvSpPr>
        <p:spPr>
          <a:xfrm xmlns:a="http://schemas.openxmlformats.org/drawingml/2006/main">
            <a:off x="6010275" y="19050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43B"/>
                </a:solidFill>
                <a:latin typeface="Arial"/>
                <a:ea typeface="Arial"/>
                <a:cs typeface="Arial"/>
              </a:defRPr>
            </a:defPPr>
            <a:lvl1pPr algn="l">
              <a:defRPr sz="1800" b="1">
                <a:solidFill>
                  <a:srgbClr val="14243B"/>
                </a:solidFill>
                <a:latin typeface="Arial"/>
                <a:ea typeface="Arial"/>
                <a:cs typeface="Arial"/>
              </a:defRPr>
            </a:lvl1pPr>
            <a:lvl2pPr algn="l">
              <a:defRPr sz="1800" b="1">
                <a:solidFill>
                  <a:srgbClr val="14243B"/>
                </a:solidFill>
                <a:latin typeface="Arial"/>
                <a:ea typeface="Arial"/>
                <a:cs typeface="Arial"/>
              </a:defRPr>
            </a:lvl2pPr>
            <a:lvl3pPr algn="l">
              <a:defRPr sz="1800" b="1">
                <a:solidFill>
                  <a:srgbClr val="14243B"/>
                </a:solidFill>
                <a:latin typeface="Arial"/>
                <a:ea typeface="Arial"/>
                <a:cs typeface="Arial"/>
              </a:defRPr>
            </a:lvl3pPr>
            <a:lvl4pPr algn="l">
              <a:defRPr sz="1800" b="1">
                <a:solidFill>
                  <a:srgbClr val="14243B"/>
                </a:solidFill>
                <a:latin typeface="Arial"/>
                <a:ea typeface="Arial"/>
                <a:cs typeface="Arial"/>
              </a:defRPr>
            </a:lvl4pPr>
            <a:lvl5pPr algn="l">
              <a:defRPr sz="1800" b="1">
                <a:solidFill>
                  <a:srgbClr val="14243B"/>
                </a:solidFill>
                <a:latin typeface="Arial"/>
                <a:ea typeface="Arial"/>
                <a:cs typeface="Arial"/>
              </a:defRPr>
            </a:lvl5pPr>
            <a:lvl6pPr algn="l">
              <a:defRPr sz="1800" b="1">
                <a:solidFill>
                  <a:srgbClr val="14243B"/>
                </a:solidFill>
                <a:latin typeface="Arial"/>
                <a:ea typeface="Arial"/>
                <a:cs typeface="Arial"/>
              </a:defRPr>
            </a:lvl6pPr>
            <a:lvl7pPr algn="l">
              <a:defRPr sz="1800" b="1">
                <a:solidFill>
                  <a:srgbClr val="14243B"/>
                </a:solidFill>
                <a:latin typeface="Arial"/>
                <a:ea typeface="Arial"/>
                <a:cs typeface="Arial"/>
              </a:defRPr>
            </a:lvl7pPr>
            <a:lvl8pPr algn="l">
              <a:defRPr sz="1800" b="1">
                <a:solidFill>
                  <a:srgbClr val="14243B"/>
                </a:solidFill>
                <a:latin typeface="Arial"/>
                <a:ea typeface="Arial"/>
                <a:cs typeface="Arial"/>
              </a:defRPr>
            </a:lvl8pPr>
            <a:lvl9pPr algn="l">
              <a:defRPr sz="1800" b="1">
                <a:solidFill>
                  <a:srgbClr val="14243B"/>
                </a:solidFill>
                <a:latin typeface="Arial"/>
                <a:ea typeface="Arial"/>
                <a:cs typeface="Arial"/>
              </a:defRPr>
            </a:lvl9pPr>
          </a:lstStyle>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Synthetic PDF cases</a:t>
            </a:r>
          </a:p>
          <a:p xmlns:a="http://schemas.openxmlformats.org/drawingml/2006/main">
            <a:pPr algn="l">
              <a:defRPr sz="1800" b="1">
                <a:solidFill>
                  <a:srgbClr val="14243B"/>
                </a:solidFill>
                <a:latin typeface="Arial"/>
                <a:ea typeface="Arial"/>
                <a:cs typeface="Arial"/>
              </a:defRPr>
            </a:pPr>
            <a:r>
              <a:rPr sz="1800" b="1">
                <a:solidFill>
                  <a:srgbClr val="14243B"/>
                </a:solidFill>
                <a:latin typeface="Arial"/>
                <a:ea typeface="Arial"/>
                <a:cs typeface="Arial"/>
              </a:rPr>
              <a:t>matched expected results</a:t>
            </a:r>
          </a:p>
        </p:txBody>
      </p:sp>
      <p:sp>
        <p:nvSpPr>
          <p:cNvPr id="17416" name="feasibility-proof">
            <a:extLst xmlns:a="http://schemas.openxmlformats.org/drawingml/2006/main">
              <a:ext uri="{FF2B5EF4-FFF2-40B4-BE49-F238E27FC236}">
                <a16:creationId xmlns:a16="http://schemas.microsoft.com/office/drawing/2014/main" id="{341DD1D1-1ADD-48F1-900C-EE321A8D2D2F}"/>
              </a:ext>
            </a:extLst>
          </p:cNvPr>
          <p:cNvSpPr>
            <a:spLocks xmlns:a="http://schemas.openxmlformats.org/drawingml/2006/main" noGrp="1"/>
          </p:cNvSpPr>
          <p:nvPr/>
        </p:nvSpPr>
        <p:spPr>
          <a:xfrm xmlns:a="http://schemas.openxmlformats.org/drawingml/2006/main">
            <a:off x="457200" y="26860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76"/>
                </a:solidFill>
                <a:latin typeface="Arial"/>
                <a:ea typeface="Arial"/>
                <a:cs typeface="Arial"/>
              </a:defRPr>
            </a:defPPr>
            <a:lvl1pPr algn="l">
              <a:defRPr sz="1725" b="0">
                <a:solidFill>
                  <a:srgbClr val="526176"/>
                </a:solidFill>
                <a:latin typeface="Arial"/>
                <a:ea typeface="Arial"/>
                <a:cs typeface="Arial"/>
              </a:defRPr>
            </a:lvl1pPr>
            <a:lvl2pPr algn="l">
              <a:defRPr sz="1725" b="0">
                <a:solidFill>
                  <a:srgbClr val="526176"/>
                </a:solidFill>
                <a:latin typeface="Arial"/>
                <a:ea typeface="Arial"/>
                <a:cs typeface="Arial"/>
              </a:defRPr>
            </a:lvl2pPr>
            <a:lvl3pPr algn="l">
              <a:defRPr sz="1725" b="0">
                <a:solidFill>
                  <a:srgbClr val="526176"/>
                </a:solidFill>
                <a:latin typeface="Arial"/>
                <a:ea typeface="Arial"/>
                <a:cs typeface="Arial"/>
              </a:defRPr>
            </a:lvl3pPr>
            <a:lvl4pPr algn="l">
              <a:defRPr sz="1725" b="0">
                <a:solidFill>
                  <a:srgbClr val="526176"/>
                </a:solidFill>
                <a:latin typeface="Arial"/>
                <a:ea typeface="Arial"/>
                <a:cs typeface="Arial"/>
              </a:defRPr>
            </a:lvl4pPr>
            <a:lvl5pPr algn="l">
              <a:defRPr sz="1725" b="0">
                <a:solidFill>
                  <a:srgbClr val="526176"/>
                </a:solidFill>
                <a:latin typeface="Arial"/>
                <a:ea typeface="Arial"/>
                <a:cs typeface="Arial"/>
              </a:defRPr>
            </a:lvl5pPr>
            <a:lvl6pPr algn="l">
              <a:defRPr sz="1725" b="0">
                <a:solidFill>
                  <a:srgbClr val="526176"/>
                </a:solidFill>
                <a:latin typeface="Arial"/>
                <a:ea typeface="Arial"/>
                <a:cs typeface="Arial"/>
              </a:defRPr>
            </a:lvl6pPr>
            <a:lvl7pPr algn="l">
              <a:defRPr sz="1725" b="0">
                <a:solidFill>
                  <a:srgbClr val="526176"/>
                </a:solidFill>
                <a:latin typeface="Arial"/>
                <a:ea typeface="Arial"/>
                <a:cs typeface="Arial"/>
              </a:defRPr>
            </a:lvl7pPr>
            <a:lvl8pPr algn="l">
              <a:defRPr sz="1725" b="0">
                <a:solidFill>
                  <a:srgbClr val="526176"/>
                </a:solidFill>
                <a:latin typeface="Arial"/>
                <a:ea typeface="Arial"/>
                <a:cs typeface="Arial"/>
              </a:defRPr>
            </a:lvl8pPr>
            <a:lvl9pPr algn="l">
              <a:defRPr sz="1725" b="0">
                <a:solidFill>
                  <a:srgbClr val="526176"/>
                </a:solidFill>
                <a:latin typeface="Arial"/>
                <a:ea typeface="Arial"/>
                <a:cs typeface="Arial"/>
              </a:defRPr>
            </a:lvl9pPr>
          </a:lstStyle>
          <a:p xmlns:a="http://schemas.openxmlformats.org/drawingml/2006/main">
            <a:pPr algn="l">
              <a:defRPr sz="1725" b="0">
                <a:solidFill>
                  <a:srgbClr val="526176"/>
                </a:solidFill>
                <a:latin typeface="Arial"/>
                <a:ea typeface="Arial"/>
                <a:cs typeface="Arial"/>
              </a:defRPr>
            </a:pPr>
            <a:r>
              <a:rPr sz="1725" b="0">
                <a:solidFill>
                  <a:srgbClr val="526176"/>
                </a:solidFill>
                <a:latin typeface="Arial"/>
                <a:ea typeface="Arial"/>
                <a:cs typeface="Arial"/>
              </a:rPr>
              <a:t>Build and protected browser journey passed. No cloud key is required for the local demo.</a:t>
            </a:r>
          </a:p>
        </p:txBody>
      </p:sp>
      <p:graphicFrame>
        <p:nvGraphicFramePr>
          <p:cNvPr id="17417" name="">
            <a:extLst xmlns:a="http://schemas.openxmlformats.org/drawingml/2006/main">
              <a:ext uri="{FF2B5EF4-FFF2-40B4-BE49-F238E27FC236}">
                <a16:creationId xmlns:a16="http://schemas.microsoft.com/office/drawing/2014/main" id="{4BE10620-D815-470C-A76F-16E9261ACDE2}"/>
              </a:ext>
            </a:extLst>
          </p:cNvPr>
          <p:cNvGraphicFramePr/>
          <p:nvPr/>
        </p:nvGraphicFramePr>
        <p:xfrm>
          <a:off xmlns:a="http://schemas.openxmlformats.org/drawingml/2006/main" x="457200" y="3267075"/>
          <a:ext xmlns:a="http://schemas.openxmlformats.org/drawingml/2006/main" cx="11239500" cy="2495550"/>
        </p:xfrm>
        <a:graphic xmlns:a="http://schemas.openxmlformats.org/drawingml/2006/main">
          <a:graphicData uri="http://schemas.openxmlformats.org/drawingml/2006/table">
            <a:tbl>
              <a:tblPr/>
              <a:tblGrid>
                <a:gridCol w="3829050"/>
                <a:gridCol w="7410450"/>
              </a:tblGrid>
              <a:tr h="499110">
                <a:tc>
                  <a:txBody>
                    <a:bodyPr wrap="square" lIns="133350" tIns="95250" rIns="114300" bIns="95250">
                      <a:noAutofit/>
                    </a:bodyPr>
                    <a:lstStyle/>
                    <a:p>
                      <a:r>
                        <a:rPr sz="1650" b="1">
                          <a:solidFill>
                            <a:srgbClr val="FFFFFF"/>
                          </a:solidFill>
                          <a:latin typeface="Arial"/>
                          <a:ea typeface="Arial"/>
                          <a:cs typeface="Arial"/>
                        </a:rPr>
                        <a:t>Challenge / risk</a:t>
                      </a:r>
                    </a:p>
                  </a:txBody>
                  <a:tcPr marL="91440" marR="91440" marT="45720" marB="45720" anchor="ctr">
                    <a:lnL w="6668">
                      <a:solidFill>
                        <a:srgbClr val="DCE3EC"/>
                      </a:solidFill>
                      <a:prstDash val="solid"/>
                    </a:lnL>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c>
                  <a:txBody>
                    <a:bodyPr wrap="square" lIns="133350" tIns="95250" rIns="114300" bIns="95250">
                      <a:noAutofit/>
                    </a:bodyPr>
                    <a:lstStyle/>
                    <a:p>
                      <a:r>
                        <a:rPr sz="1650" b="1">
                          <a:solidFill>
                            <a:srgbClr val="FFFFFF"/>
                          </a:solidFill>
                          <a:latin typeface="Arial"/>
                          <a:ea typeface="Arial"/>
                          <a:cs typeface="Arial"/>
                        </a:rPr>
                        <a:t>Response / pilot action</a:t>
                      </a:r>
                    </a:p>
                  </a:txBody>
                  <a:tcPr marL="91440" marR="91440" marT="45720" marB="45720" anchor="ctr">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r>
              <a:tr h="499110">
                <a:tc>
                  <a:txBody>
                    <a:bodyPr wrap="square" lIns="133350" tIns="95250" rIns="114300" bIns="95250">
                      <a:noAutofit/>
                    </a:bodyPr>
                    <a:lstStyle/>
                    <a:p>
                      <a:r>
                        <a:rPr sz="1650" b="0">
                          <a:solidFill>
                            <a:srgbClr val="14243B"/>
                          </a:solidFill>
                          <a:latin typeface="Arial"/>
                          <a:ea typeface="Arial"/>
                          <a:cs typeface="Arial"/>
                        </a:rPr>
                        <a:t>Unreadable or ambiguous evidence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650" b="0">
                          <a:solidFill>
                            <a:srgbClr val="14243B"/>
                          </a:solidFill>
                          <a:latin typeface="Arial"/>
                          <a:ea typeface="Arial"/>
                          <a:cs typeface="Arial"/>
                        </a:rPr>
                        <a:t>Keep results unresolved and show original evidence.</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99110">
                <a:tc>
                  <a:txBody>
                    <a:bodyPr wrap="square" lIns="133350" tIns="95250" rIns="114300" bIns="95250">
                      <a:noAutofit/>
                    </a:bodyPr>
                    <a:lstStyle/>
                    <a:p>
                      <a:r>
                        <a:rPr sz="1650" b="0">
                          <a:solidFill>
                            <a:srgbClr val="14243B"/>
                          </a:solidFill>
                          <a:latin typeface="Arial"/>
                          <a:ea typeface="Arial"/>
                          <a:cs typeface="Arial"/>
                        </a:rPr>
                        <a:t>Evidence changes after review</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650" b="0">
                          <a:solidFill>
                            <a:srgbClr val="14243B"/>
                          </a:solidFill>
                          <a:latin typeface="Arial"/>
                          <a:ea typeface="Arial"/>
                          <a:cs typeface="Arial"/>
                        </a:rPr>
                        <a:t>Bind reviews to versions. Reject stale previews.</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499110">
                <a:tc>
                  <a:txBody>
                    <a:bodyPr wrap="square" lIns="133350" tIns="95250" rIns="114300" bIns="95250">
                      <a:noAutofit/>
                    </a:bodyPr>
                    <a:lstStyle/>
                    <a:p>
                      <a:r>
                        <a:rPr sz="1650" b="0">
                          <a:solidFill>
                            <a:srgbClr val="14243B"/>
                          </a:solidFill>
                          <a:latin typeface="Arial"/>
                          <a:ea typeface="Arial"/>
                          <a:cs typeface="Arial"/>
                        </a:rPr>
                        <a:t>Issuer access or source outage</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650" b="0">
                          <a:solidFill>
                            <a:srgbClr val="14243B"/>
                          </a:solidFill>
                          <a:latin typeface="Arial"/>
                          <a:ea typeface="Arial"/>
                          <a:cs typeface="Arial"/>
                        </a:rPr>
                        <a:t>Label simulations and route unavailable sources to follow-up.</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499110">
                <a:tc>
                  <a:txBody>
                    <a:bodyPr wrap="square" lIns="133350" tIns="95250" rIns="114300" bIns="95250">
                      <a:noAutofit/>
                    </a:bodyPr>
                    <a:lstStyle/>
                    <a:p>
                      <a:r>
                        <a:rPr sz="1650" b="0">
                          <a:solidFill>
                            <a:srgbClr val="14243B"/>
                          </a:solidFill>
                          <a:latin typeface="Arial"/>
                          <a:ea typeface="Arial"/>
                          <a:cs typeface="Arial"/>
                        </a:rPr>
                        <a:t>Rules across document formats</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650" b="0">
                          <a:solidFill>
                            <a:srgbClr val="14243B"/>
                          </a:solidFill>
                          <a:latin typeface="Arial"/>
                          <a:ea typeface="Arial"/>
                          <a:cs typeface="Arial"/>
                        </a:rPr>
                        <a:t>Validate rules and formats with domain reviewers.</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bl>
          </a:graphicData>
        </a:graphic>
      </p:graphicFrame>
      <p:sp>
        <p:nvSpPr>
          <p:cNvPr id="17418" name="feasibility-limits">
            <a:extLst xmlns:a="http://schemas.openxmlformats.org/drawingml/2006/main">
              <a:ext uri="{FF2B5EF4-FFF2-40B4-BE49-F238E27FC236}">
                <a16:creationId xmlns:a16="http://schemas.microsoft.com/office/drawing/2014/main" id="{A9B10149-4A8D-46E3-A41F-7EBA84892D61}"/>
              </a:ext>
            </a:extLst>
          </p:cNvPr>
          <p:cNvSpPr>
            <a:spLocks xmlns:a="http://schemas.openxmlformats.org/drawingml/2006/main" noGrp="1"/>
          </p:cNvSpPr>
          <p:nvPr/>
        </p:nvSpPr>
        <p:spPr>
          <a:xfrm xmlns:a="http://schemas.openxmlformats.org/drawingml/2006/main">
            <a:off x="457200" y="5895975"/>
            <a:ext cx="1123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76"/>
                </a:solidFill>
                <a:latin typeface="Arial"/>
                <a:ea typeface="Arial"/>
                <a:cs typeface="Arial"/>
              </a:defRPr>
            </a:defPPr>
            <a:lvl1pPr algn="l">
              <a:defRPr sz="1350" b="0">
                <a:solidFill>
                  <a:srgbClr val="526176"/>
                </a:solidFill>
                <a:latin typeface="Arial"/>
                <a:ea typeface="Arial"/>
                <a:cs typeface="Arial"/>
              </a:defRPr>
            </a:lvl1pPr>
            <a:lvl2pPr algn="l">
              <a:defRPr sz="1350" b="0">
                <a:solidFill>
                  <a:srgbClr val="526176"/>
                </a:solidFill>
                <a:latin typeface="Arial"/>
                <a:ea typeface="Arial"/>
                <a:cs typeface="Arial"/>
              </a:defRPr>
            </a:lvl2pPr>
            <a:lvl3pPr algn="l">
              <a:defRPr sz="1350" b="0">
                <a:solidFill>
                  <a:srgbClr val="526176"/>
                </a:solidFill>
                <a:latin typeface="Arial"/>
                <a:ea typeface="Arial"/>
                <a:cs typeface="Arial"/>
              </a:defRPr>
            </a:lvl3pPr>
            <a:lvl4pPr algn="l">
              <a:defRPr sz="1350" b="0">
                <a:solidFill>
                  <a:srgbClr val="526176"/>
                </a:solidFill>
                <a:latin typeface="Arial"/>
                <a:ea typeface="Arial"/>
                <a:cs typeface="Arial"/>
              </a:defRPr>
            </a:lvl4pPr>
            <a:lvl5pPr algn="l">
              <a:defRPr sz="1350" b="0">
                <a:solidFill>
                  <a:srgbClr val="526176"/>
                </a:solidFill>
                <a:latin typeface="Arial"/>
                <a:ea typeface="Arial"/>
                <a:cs typeface="Arial"/>
              </a:defRPr>
            </a:lvl5pPr>
            <a:lvl6pPr algn="l">
              <a:defRPr sz="1350" b="0">
                <a:solidFill>
                  <a:srgbClr val="526176"/>
                </a:solidFill>
                <a:latin typeface="Arial"/>
                <a:ea typeface="Arial"/>
                <a:cs typeface="Arial"/>
              </a:defRPr>
            </a:lvl6pPr>
            <a:lvl7pPr algn="l">
              <a:defRPr sz="1350" b="0">
                <a:solidFill>
                  <a:srgbClr val="526176"/>
                </a:solidFill>
                <a:latin typeface="Arial"/>
                <a:ea typeface="Arial"/>
                <a:cs typeface="Arial"/>
              </a:defRPr>
            </a:lvl7pPr>
            <a:lvl8pPr algn="l">
              <a:defRPr sz="1350" b="0">
                <a:solidFill>
                  <a:srgbClr val="526176"/>
                </a:solidFill>
                <a:latin typeface="Arial"/>
                <a:ea typeface="Arial"/>
                <a:cs typeface="Arial"/>
              </a:defRPr>
            </a:lvl8pPr>
            <a:lvl9pPr algn="l">
              <a:defRPr sz="1350" b="0">
                <a:solidFill>
                  <a:srgbClr val="526176"/>
                </a:solidFill>
                <a:latin typeface="Arial"/>
                <a:ea typeface="Arial"/>
                <a:cs typeface="Arial"/>
              </a:defRPr>
            </a:lvl9pPr>
          </a:lstStyle>
          <a:p xmlns:a="http://schemas.openxmlformats.org/drawingml/2006/main">
            <a:pPr algn="l">
              <a:defRPr sz="1350" b="0">
                <a:solidFill>
                  <a:srgbClr val="526176"/>
                </a:solidFill>
                <a:latin typeface="Arial"/>
                <a:ea typeface="Arial"/>
                <a:cs typeface="Arial"/>
              </a:defRPr>
            </a:pPr>
            <a:r>
              <a:rPr sz="1350" b="0">
                <a:solidFill>
                  <a:srgbClr val="526176"/>
                </a:solidFill>
                <a:latin typeface="Arial"/>
                <a:ea typeface="Arial"/>
                <a:cs typeface="Arial"/>
              </a:rPr>
              <a:t>Synthetic tests demonstrate behavior. Live issuer integration and signature validation remain pilot work.</a:t>
            </a: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17410" name="registered-team-mark">
            <a:extLst xmlns:a="http://schemas.openxmlformats.org/drawingml/2006/main">
              <a:ext uri="{FF2B5EF4-FFF2-40B4-BE49-F238E27FC236}">
                <a16:creationId xmlns:a16="http://schemas.microsoft.com/office/drawing/2014/main" id="{8E7DD17A-5969-410D-95FE-783EF2398911}"/>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1" name="Picture 10">
            <a:extLst xmlns:a="http://schemas.openxmlformats.org/drawingml/2006/main">
              <a:ext uri="{FF2B5EF4-FFF2-40B4-BE49-F238E27FC236}">
                <a16:creationId xmlns:a16="http://schemas.microsoft.com/office/drawing/2014/main" id="{62F3A01A-B1D3-436E-B2FE-831EE4EA3716}"/>
              </a:ext>
            </a:extLst>
          </p:cNvPr>
          <p:cNvPicPr>
            <a:picLocks xmlns:a="http://schemas.openxmlformats.org/drawingml/2006/main" noChangeAspect="1"/>
          </p:cNvPicPr>
          <p:nvPr/>
        </p:nvPicPr>
        <p:blipFill>
          <a:blip xmlns:r="http://schemas.openxmlformats.org/officeDocument/2006/relationships" xmlns:a="http://schemas.openxmlformats.org/drawingml/2006/main" r:embed="R3c51c26a05f04ab0"/>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B178562-982E-4D4B-A74D-75296D9DAC7A}"/>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450" b="1">
                <a:solidFill>
                  <a:srgbClr val="000000"/>
                </a:solidFill>
                <a:latin typeface="Times New Roman"/>
                <a:ea typeface="Times New Roman"/>
                <a:cs typeface="Times New Roman"/>
              </a:defRPr>
            </a:defPPr>
            <a:lvl1pPr algn="ctr">
              <a:defRPr sz="3450" b="1">
                <a:solidFill>
                  <a:srgbClr val="000000"/>
                </a:solidFill>
                <a:latin typeface="Times New Roman"/>
                <a:ea typeface="Times New Roman"/>
                <a:cs typeface="Times New Roman"/>
              </a:defRPr>
            </a:lvl1pPr>
            <a:lvl2pPr algn="ctr">
              <a:defRPr sz="3450" b="1">
                <a:solidFill>
                  <a:srgbClr val="000000"/>
                </a:solidFill>
                <a:latin typeface="Times New Roman"/>
                <a:ea typeface="Times New Roman"/>
                <a:cs typeface="Times New Roman"/>
              </a:defRPr>
            </a:lvl2pPr>
            <a:lvl3pPr algn="ctr">
              <a:defRPr sz="3450" b="1">
                <a:solidFill>
                  <a:srgbClr val="000000"/>
                </a:solidFill>
                <a:latin typeface="Times New Roman"/>
                <a:ea typeface="Times New Roman"/>
                <a:cs typeface="Times New Roman"/>
              </a:defRPr>
            </a:lvl3pPr>
            <a:lvl4pPr algn="ctr">
              <a:defRPr sz="3450" b="1">
                <a:solidFill>
                  <a:srgbClr val="000000"/>
                </a:solidFill>
                <a:latin typeface="Times New Roman"/>
                <a:ea typeface="Times New Roman"/>
                <a:cs typeface="Times New Roman"/>
              </a:defRPr>
            </a:lvl4pPr>
            <a:lvl5pPr algn="ctr">
              <a:defRPr sz="3450" b="1">
                <a:solidFill>
                  <a:srgbClr val="000000"/>
                </a:solidFill>
                <a:latin typeface="Times New Roman"/>
                <a:ea typeface="Times New Roman"/>
                <a:cs typeface="Times New Roman"/>
              </a:defRPr>
            </a:lvl5pPr>
            <a:lvl6pPr algn="ctr">
              <a:defRPr sz="3450" b="1">
                <a:solidFill>
                  <a:srgbClr val="000000"/>
                </a:solidFill>
                <a:latin typeface="Times New Roman"/>
                <a:ea typeface="Times New Roman"/>
                <a:cs typeface="Times New Roman"/>
              </a:defRPr>
            </a:lvl6pPr>
            <a:lvl7pPr algn="ctr">
              <a:defRPr sz="3450" b="1">
                <a:solidFill>
                  <a:srgbClr val="000000"/>
                </a:solidFill>
                <a:latin typeface="Times New Roman"/>
                <a:ea typeface="Times New Roman"/>
                <a:cs typeface="Times New Roman"/>
              </a:defRPr>
            </a:lvl7pPr>
            <a:lvl8pPr algn="ctr">
              <a:defRPr sz="3450" b="1">
                <a:solidFill>
                  <a:srgbClr val="000000"/>
                </a:solidFill>
                <a:latin typeface="Times New Roman"/>
                <a:ea typeface="Times New Roman"/>
                <a:cs typeface="Times New Roman"/>
              </a:defRPr>
            </a:lvl8pPr>
            <a:lvl9pPr algn="ctr">
              <a:defRPr sz="3450" b="1">
                <a:solidFill>
                  <a:srgbClr val="000000"/>
                </a:solidFill>
                <a:latin typeface="Times New Roman"/>
                <a:ea typeface="Times New Roman"/>
                <a:cs typeface="Times New Roman"/>
              </a:defRPr>
            </a:lvl9pPr>
          </a:lstStyle>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1D7FFF7A-7D06-4BA4-88B0-5D6B3B6E3DCF}"/>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marL="0" marR="0" lvl="0" indent="0" algn="r" defTabSz="457200">
              <a:lnSpc>
                <a:spcPct val="100000"/>
              </a:lnSpc>
              <a:spcBef>
                <a:spcPct val="0"/>
              </a:spcBef>
              <a:spcAft>
                <a:spcPct val="0"/>
              </a:spcAft>
              <a:buClrTx/>
              <a:buSzTx/>
              <a:buFontTx/>
              <a:buNone/>
              <a:defRPr sz="1125" b="1">
                <a:solidFill>
                  <a:srgbClr val="FFFFFF"/>
                </a:solidFill>
                <a:latin typeface="Arial"/>
                <a:ea typeface="Arial"/>
                <a:cs typeface="Arial"/>
              </a:defRPr>
            </a:pPr>
            <a:fld id="{EE5B3003-2C54-13C6-9832-7637201064DE}" type="slidenum">
              <a:rPr sz="1125" b="1" i="0" u="none" strike="noStrike" cap="none" spc="0" baseline="0">
                <a:ln>
                  <a:noFill/>
                </a:ln>
                <a:solidFill>
                  <a:srgbClr val="FFFFFF"/>
                </a:solidFill>
                <a:latin typeface="Arial"/>
                <a:ea typeface="Arial"/>
                <a:cs typeface="Arial"/>
              </a:rPr>
              <a:t>5</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6261C90-3AAC-4537-9091-EC21A100030D}"/>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marL="0" marR="0" lvl="0" indent="0" algn="ctr" defTabSz="457200">
              <a:lnSpc>
                <a:spcPct val="100000"/>
              </a:lnSpc>
              <a:spcBef>
                <a:spcPts val="0"/>
              </a:spcBef>
              <a:spcAft>
                <a:spcPts val="0"/>
              </a:spcAft>
              <a:buClrTx/>
              <a:buSzTx/>
              <a:buFontTx/>
              <a:buNone/>
              <a:defRPr sz="1050">
                <a:solidFill>
                  <a:srgbClr val="FFFFFF"/>
                </a:solidFill>
                <a:latin typeface="Arial"/>
                <a:ea typeface="Arial"/>
                <a:cs typeface="Arial"/>
              </a:defRPr>
            </a:pPr>
            <a:r>
              <a:rPr sz="1050" b="0" i="0" u="none" strike="noStrike" cap="none" spc="0" baseline="0">
                <a:ln>
                  <a:noFill/>
                </a:ln>
                <a:solidFill>
                  <a:srgbClr val="FFFFFF"/>
                </a:solidFill>
                <a:latin typeface="Arial"/>
                <a:ea typeface="Arial"/>
                <a:cs typeface="Arial"/>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7411" name="impact-subject">
            <a:extLst xmlns:a="http://schemas.openxmlformats.org/drawingml/2006/main">
              <a:ext uri="{FF2B5EF4-FFF2-40B4-BE49-F238E27FC236}">
                <a16:creationId xmlns:a16="http://schemas.microsoft.com/office/drawing/2014/main" id="{0FDF14E5-6E99-4B0B-BF22-B462899A81B0}"/>
              </a:ext>
            </a:extLst>
          </p:cNvPr>
          <p:cNvSpPr>
            <a:spLocks xmlns:a="http://schemas.openxmlformats.org/drawingml/2006/main" noGrp="1"/>
          </p:cNvSpPr>
          <p:nvPr/>
        </p:nvSpPr>
        <p:spPr>
          <a:xfrm xmlns:a="http://schemas.openxmlformats.org/drawingml/2006/main">
            <a:off x="457200" y="1238250"/>
            <a:ext cx="1114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F497D"/>
                </a:solidFill>
                <a:latin typeface="Arial"/>
                <a:ea typeface="Arial"/>
                <a:cs typeface="Arial"/>
              </a:defRPr>
            </a:defPPr>
            <a:lvl1pPr algn="l">
              <a:defRPr sz="2400" b="1">
                <a:solidFill>
                  <a:srgbClr val="1F497D"/>
                </a:solidFill>
                <a:latin typeface="Arial"/>
                <a:ea typeface="Arial"/>
                <a:cs typeface="Arial"/>
              </a:defRPr>
            </a:lvl1pPr>
            <a:lvl2pPr algn="l">
              <a:defRPr sz="2400" b="1">
                <a:solidFill>
                  <a:srgbClr val="1F497D"/>
                </a:solidFill>
                <a:latin typeface="Arial"/>
                <a:ea typeface="Arial"/>
                <a:cs typeface="Arial"/>
              </a:defRPr>
            </a:lvl2pPr>
            <a:lvl3pPr algn="l">
              <a:defRPr sz="2400" b="1">
                <a:solidFill>
                  <a:srgbClr val="1F497D"/>
                </a:solidFill>
                <a:latin typeface="Arial"/>
                <a:ea typeface="Arial"/>
                <a:cs typeface="Arial"/>
              </a:defRPr>
            </a:lvl3pPr>
            <a:lvl4pPr algn="l">
              <a:defRPr sz="2400" b="1">
                <a:solidFill>
                  <a:srgbClr val="1F497D"/>
                </a:solidFill>
                <a:latin typeface="Arial"/>
                <a:ea typeface="Arial"/>
                <a:cs typeface="Arial"/>
              </a:defRPr>
            </a:lvl4pPr>
            <a:lvl5pPr algn="l">
              <a:defRPr sz="2400" b="1">
                <a:solidFill>
                  <a:srgbClr val="1F497D"/>
                </a:solidFill>
                <a:latin typeface="Arial"/>
                <a:ea typeface="Arial"/>
                <a:cs typeface="Arial"/>
              </a:defRPr>
            </a:lvl5pPr>
            <a:lvl6pPr algn="l">
              <a:defRPr sz="2400" b="1">
                <a:solidFill>
                  <a:srgbClr val="1F497D"/>
                </a:solidFill>
                <a:latin typeface="Arial"/>
                <a:ea typeface="Arial"/>
                <a:cs typeface="Arial"/>
              </a:defRPr>
            </a:lvl6pPr>
            <a:lvl7pPr algn="l">
              <a:defRPr sz="2400" b="1">
                <a:solidFill>
                  <a:srgbClr val="1F497D"/>
                </a:solidFill>
                <a:latin typeface="Arial"/>
                <a:ea typeface="Arial"/>
                <a:cs typeface="Arial"/>
              </a:defRPr>
            </a:lvl7pPr>
            <a:lvl8pPr algn="l">
              <a:defRPr sz="2400" b="1">
                <a:solidFill>
                  <a:srgbClr val="1F497D"/>
                </a:solidFill>
                <a:latin typeface="Arial"/>
                <a:ea typeface="Arial"/>
                <a:cs typeface="Arial"/>
              </a:defRPr>
            </a:lvl8pPr>
            <a:lvl9pPr algn="l">
              <a:defRPr sz="2400" b="1">
                <a:solidFill>
                  <a:srgbClr val="1F497D"/>
                </a:solidFill>
                <a:latin typeface="Arial"/>
                <a:ea typeface="Arial"/>
                <a:cs typeface="Arial"/>
              </a:defRPr>
            </a:lvl9pPr>
          </a:lstStyle>
          <a:p xmlns:a="http://schemas.openxmlformats.org/drawingml/2006/main">
            <a:pPr algn="l">
              <a:defRPr sz="2400" b="1">
                <a:solidFill>
                  <a:srgbClr val="1F497D"/>
                </a:solidFill>
                <a:latin typeface="Arial"/>
                <a:ea typeface="Arial"/>
                <a:cs typeface="Arial"/>
              </a:defRPr>
            </a:pPr>
            <a:r>
              <a:rPr sz="2400" b="1">
                <a:solidFill>
                  <a:srgbClr val="1F497D"/>
                </a:solidFill>
                <a:latin typeface="Arial"/>
                <a:ea typeface="Arial"/>
                <a:cs typeface="Arial"/>
              </a:rPr>
              <a:t>Clearer corrections and accountable review</a:t>
            </a:r>
          </a:p>
        </p:txBody>
      </p:sp>
      <p:sp>
        <p:nvSpPr>
          <p:cNvPr id="17412" name="reviewer-benefit-heading">
            <a:extLst xmlns:a="http://schemas.openxmlformats.org/drawingml/2006/main">
              <a:ext uri="{FF2B5EF4-FFF2-40B4-BE49-F238E27FC236}">
                <a16:creationId xmlns:a16="http://schemas.microsoft.com/office/drawing/2014/main" id="{6F833362-AE35-42EB-98A0-11ED471EC599}"/>
              </a:ext>
            </a:extLst>
          </p:cNvPr>
          <p:cNvSpPr>
            <a:spLocks xmlns:a="http://schemas.openxmlformats.org/drawingml/2006/main" noGrp="1"/>
          </p:cNvSpPr>
          <p:nvPr/>
        </p:nvSpPr>
        <p:spPr>
          <a:xfrm xmlns:a="http://schemas.openxmlformats.org/drawingml/2006/main">
            <a:off x="457200" y="18954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FOR REVIEWERS</a:t>
            </a:r>
          </a:p>
        </p:txBody>
      </p:sp>
      <p:sp>
        <p:nvSpPr>
          <p:cNvPr id="17413" name="reviewer-benefit-body">
            <a:extLst xmlns:a="http://schemas.openxmlformats.org/drawingml/2006/main">
              <a:ext uri="{FF2B5EF4-FFF2-40B4-BE49-F238E27FC236}">
                <a16:creationId xmlns:a16="http://schemas.microsoft.com/office/drawing/2014/main" id="{0834D173-5F9F-495A-9ADE-C65C5259C183}"/>
              </a:ext>
            </a:extLst>
          </p:cNvPr>
          <p:cNvSpPr>
            <a:spLocks xmlns:a="http://schemas.openxmlformats.org/drawingml/2006/main" noGrp="1"/>
          </p:cNvSpPr>
          <p:nvPr/>
        </p:nvSpPr>
        <p:spPr>
          <a:xfrm xmlns:a="http://schemas.openxmlformats.org/drawingml/2006/main">
            <a:off x="457200" y="22288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Identify which findings depend on changed evidence.</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Keep unaffected review context visible.</a:t>
            </a:r>
          </a:p>
        </p:txBody>
      </p:sp>
      <p:sp>
        <p:nvSpPr>
          <p:cNvPr id="17414" name="institution-benefit-heading">
            <a:extLst xmlns:a="http://schemas.openxmlformats.org/drawingml/2006/main">
              <a:ext uri="{FF2B5EF4-FFF2-40B4-BE49-F238E27FC236}">
                <a16:creationId xmlns:a16="http://schemas.microsoft.com/office/drawing/2014/main" id="{E485A4CE-974A-4B17-91E9-20193915A532}"/>
              </a:ext>
            </a:extLst>
          </p:cNvPr>
          <p:cNvSpPr>
            <a:spLocks xmlns:a="http://schemas.openxmlformats.org/drawingml/2006/main" noGrp="1"/>
          </p:cNvSpPr>
          <p:nvPr/>
        </p:nvSpPr>
        <p:spPr>
          <a:xfrm xmlns:a="http://schemas.openxmlformats.org/drawingml/2006/main">
            <a:off x="457200" y="31527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FOR INSTITUTIONS</a:t>
            </a:r>
          </a:p>
        </p:txBody>
      </p:sp>
      <p:sp>
        <p:nvSpPr>
          <p:cNvPr id="17415" name="institution-benefit-body">
            <a:extLst xmlns:a="http://schemas.openxmlformats.org/drawingml/2006/main">
              <a:ext uri="{FF2B5EF4-FFF2-40B4-BE49-F238E27FC236}">
                <a16:creationId xmlns:a16="http://schemas.microsoft.com/office/drawing/2014/main" id="{6552C187-3E41-4F5D-9F3F-FDB94EF956F7}"/>
              </a:ext>
            </a:extLst>
          </p:cNvPr>
          <p:cNvSpPr>
            <a:spLocks xmlns:a="http://schemas.openxmlformats.org/drawingml/2006/main" noGrp="1"/>
          </p:cNvSpPr>
          <p:nvPr/>
        </p:nvSpPr>
        <p:spPr>
          <a:xfrm xmlns:a="http://schemas.openxmlformats.org/drawingml/2006/main">
            <a:off x="457200" y="34861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Receive a precise evidence request and a controlled</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way to propose a replacement.</a:t>
            </a:r>
          </a:p>
        </p:txBody>
      </p:sp>
      <p:sp>
        <p:nvSpPr>
          <p:cNvPr id="17416" name="accountability-benefit-heading">
            <a:extLst xmlns:a="http://schemas.openxmlformats.org/drawingml/2006/main">
              <a:ext uri="{FF2B5EF4-FFF2-40B4-BE49-F238E27FC236}">
                <a16:creationId xmlns:a16="http://schemas.microsoft.com/office/drawing/2014/main" id="{04522FCE-AF71-4499-83B3-DAC52C27CCD3}"/>
              </a:ext>
            </a:extLst>
          </p:cNvPr>
          <p:cNvSpPr>
            <a:spLocks xmlns:a="http://schemas.openxmlformats.org/drawingml/2006/main" noGrp="1"/>
          </p:cNvSpPr>
          <p:nvPr/>
        </p:nvSpPr>
        <p:spPr>
          <a:xfrm xmlns:a="http://schemas.openxmlformats.org/drawingml/2006/main">
            <a:off x="457200" y="44100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0F766E"/>
                </a:solidFill>
                <a:latin typeface="Arial"/>
                <a:ea typeface="Arial"/>
                <a:cs typeface="Arial"/>
              </a:defRPr>
            </a:defPPr>
            <a:lvl1pPr algn="l">
              <a:defRPr sz="1575" b="1">
                <a:solidFill>
                  <a:srgbClr val="0F766E"/>
                </a:solidFill>
                <a:latin typeface="Arial"/>
                <a:ea typeface="Arial"/>
                <a:cs typeface="Arial"/>
              </a:defRPr>
            </a:lvl1pPr>
            <a:lvl2pPr algn="l">
              <a:defRPr sz="1575" b="1">
                <a:solidFill>
                  <a:srgbClr val="0F766E"/>
                </a:solidFill>
                <a:latin typeface="Arial"/>
                <a:ea typeface="Arial"/>
                <a:cs typeface="Arial"/>
              </a:defRPr>
            </a:lvl2pPr>
            <a:lvl3pPr algn="l">
              <a:defRPr sz="1575" b="1">
                <a:solidFill>
                  <a:srgbClr val="0F766E"/>
                </a:solidFill>
                <a:latin typeface="Arial"/>
                <a:ea typeface="Arial"/>
                <a:cs typeface="Arial"/>
              </a:defRPr>
            </a:lvl3pPr>
            <a:lvl4pPr algn="l">
              <a:defRPr sz="1575" b="1">
                <a:solidFill>
                  <a:srgbClr val="0F766E"/>
                </a:solidFill>
                <a:latin typeface="Arial"/>
                <a:ea typeface="Arial"/>
                <a:cs typeface="Arial"/>
              </a:defRPr>
            </a:lvl4pPr>
            <a:lvl5pPr algn="l">
              <a:defRPr sz="1575" b="1">
                <a:solidFill>
                  <a:srgbClr val="0F766E"/>
                </a:solidFill>
                <a:latin typeface="Arial"/>
                <a:ea typeface="Arial"/>
                <a:cs typeface="Arial"/>
              </a:defRPr>
            </a:lvl5pPr>
            <a:lvl6pPr algn="l">
              <a:defRPr sz="1575" b="1">
                <a:solidFill>
                  <a:srgbClr val="0F766E"/>
                </a:solidFill>
                <a:latin typeface="Arial"/>
                <a:ea typeface="Arial"/>
                <a:cs typeface="Arial"/>
              </a:defRPr>
            </a:lvl6pPr>
            <a:lvl7pPr algn="l">
              <a:defRPr sz="1575" b="1">
                <a:solidFill>
                  <a:srgbClr val="0F766E"/>
                </a:solidFill>
                <a:latin typeface="Arial"/>
                <a:ea typeface="Arial"/>
                <a:cs typeface="Arial"/>
              </a:defRPr>
            </a:lvl7pPr>
            <a:lvl8pPr algn="l">
              <a:defRPr sz="1575" b="1">
                <a:solidFill>
                  <a:srgbClr val="0F766E"/>
                </a:solidFill>
                <a:latin typeface="Arial"/>
                <a:ea typeface="Arial"/>
                <a:cs typeface="Arial"/>
              </a:defRPr>
            </a:lvl8pPr>
            <a:lvl9pPr algn="l">
              <a:defRPr sz="1575" b="1">
                <a:solidFill>
                  <a:srgbClr val="0F766E"/>
                </a:solidFill>
                <a:latin typeface="Arial"/>
                <a:ea typeface="Arial"/>
                <a:cs typeface="Arial"/>
              </a:defRPr>
            </a:lvl9pPr>
          </a:lstStyle>
          <a:p xmlns:a="http://schemas.openxmlformats.org/drawingml/2006/main">
            <a:pPr algn="l">
              <a:defRPr sz="1575" b="1">
                <a:solidFill>
                  <a:srgbClr val="0F766E"/>
                </a:solidFill>
                <a:latin typeface="Arial"/>
                <a:ea typeface="Arial"/>
                <a:cs typeface="Arial"/>
              </a:defRPr>
            </a:pPr>
            <a:r>
              <a:rPr sz="1575" b="1">
                <a:solidFill>
                  <a:srgbClr val="0F766E"/>
                </a:solidFill>
                <a:latin typeface="Arial"/>
                <a:ea typeface="Arial"/>
                <a:cs typeface="Arial"/>
              </a:rPr>
              <a:t>FOR ACCOUNTABILITY</a:t>
            </a:r>
          </a:p>
        </p:txBody>
      </p:sp>
      <p:sp>
        <p:nvSpPr>
          <p:cNvPr id="17417" name="accountability-benefit-body">
            <a:extLst xmlns:a="http://schemas.openxmlformats.org/drawingml/2006/main">
              <a:ext uri="{FF2B5EF4-FFF2-40B4-BE49-F238E27FC236}">
                <a16:creationId xmlns:a16="http://schemas.microsoft.com/office/drawing/2014/main" id="{56F79A0C-1D27-4B44-910A-C606A99864BF}"/>
              </a:ext>
            </a:extLst>
          </p:cNvPr>
          <p:cNvSpPr>
            <a:spLocks xmlns:a="http://schemas.openxmlformats.org/drawingml/2006/main" noGrp="1"/>
          </p:cNvSpPr>
          <p:nvPr/>
        </p:nvSpPr>
        <p:spPr>
          <a:xfrm xmlns:a="http://schemas.openxmlformats.org/drawingml/2006/main">
            <a:off x="457200" y="47434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43B"/>
                </a:solidFill>
                <a:latin typeface="Arial"/>
                <a:ea typeface="Arial"/>
                <a:cs typeface="Arial"/>
              </a:defRPr>
            </a:defPPr>
            <a:lvl1pPr algn="l">
              <a:defRPr sz="1875" b="0">
                <a:solidFill>
                  <a:srgbClr val="14243B"/>
                </a:solidFill>
                <a:latin typeface="Arial"/>
                <a:ea typeface="Arial"/>
                <a:cs typeface="Arial"/>
              </a:defRPr>
            </a:lvl1pPr>
            <a:lvl2pPr algn="l">
              <a:defRPr sz="1875" b="0">
                <a:solidFill>
                  <a:srgbClr val="14243B"/>
                </a:solidFill>
                <a:latin typeface="Arial"/>
                <a:ea typeface="Arial"/>
                <a:cs typeface="Arial"/>
              </a:defRPr>
            </a:lvl2pPr>
            <a:lvl3pPr algn="l">
              <a:defRPr sz="1875" b="0">
                <a:solidFill>
                  <a:srgbClr val="14243B"/>
                </a:solidFill>
                <a:latin typeface="Arial"/>
                <a:ea typeface="Arial"/>
                <a:cs typeface="Arial"/>
              </a:defRPr>
            </a:lvl3pPr>
            <a:lvl4pPr algn="l">
              <a:defRPr sz="1875" b="0">
                <a:solidFill>
                  <a:srgbClr val="14243B"/>
                </a:solidFill>
                <a:latin typeface="Arial"/>
                <a:ea typeface="Arial"/>
                <a:cs typeface="Arial"/>
              </a:defRPr>
            </a:lvl4pPr>
            <a:lvl5pPr algn="l">
              <a:defRPr sz="1875" b="0">
                <a:solidFill>
                  <a:srgbClr val="14243B"/>
                </a:solidFill>
                <a:latin typeface="Arial"/>
                <a:ea typeface="Arial"/>
                <a:cs typeface="Arial"/>
              </a:defRPr>
            </a:lvl5pPr>
            <a:lvl6pPr algn="l">
              <a:defRPr sz="1875" b="0">
                <a:solidFill>
                  <a:srgbClr val="14243B"/>
                </a:solidFill>
                <a:latin typeface="Arial"/>
                <a:ea typeface="Arial"/>
                <a:cs typeface="Arial"/>
              </a:defRPr>
            </a:lvl6pPr>
            <a:lvl7pPr algn="l">
              <a:defRPr sz="1875" b="0">
                <a:solidFill>
                  <a:srgbClr val="14243B"/>
                </a:solidFill>
                <a:latin typeface="Arial"/>
                <a:ea typeface="Arial"/>
                <a:cs typeface="Arial"/>
              </a:defRPr>
            </a:lvl7pPr>
            <a:lvl8pPr algn="l">
              <a:defRPr sz="1875" b="0">
                <a:solidFill>
                  <a:srgbClr val="14243B"/>
                </a:solidFill>
                <a:latin typeface="Arial"/>
                <a:ea typeface="Arial"/>
                <a:cs typeface="Arial"/>
              </a:defRPr>
            </a:lvl8pPr>
            <a:lvl9pPr algn="l">
              <a:defRPr sz="1875" b="0">
                <a:solidFill>
                  <a:srgbClr val="14243B"/>
                </a:solidFill>
                <a:latin typeface="Arial"/>
                <a:ea typeface="Arial"/>
                <a:cs typeface="Arial"/>
              </a:defRPr>
            </a:lvl9pPr>
          </a:lstStyle>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Retain original files, review reasons and versions.</a:t>
            </a:r>
          </a:p>
          <a:p xmlns:a="http://schemas.openxmlformats.org/drawingml/2006/main">
            <a:pPr algn="l">
              <a:defRPr sz="1875" b="0">
                <a:solidFill>
                  <a:srgbClr val="14243B"/>
                </a:solidFill>
                <a:latin typeface="Arial"/>
                <a:ea typeface="Arial"/>
                <a:cs typeface="Arial"/>
              </a:defRPr>
            </a:pPr>
            <a:r>
              <a:rPr sz="1875" b="0">
                <a:solidFill>
                  <a:srgbClr val="14243B"/>
                </a:solidFill>
                <a:latin typeface="Arial"/>
                <a:ea typeface="Arial"/>
                <a:cs typeface="Arial"/>
              </a:rPr>
              <a:t>Keep unresolved verification visible in the report.</a:t>
            </a:r>
          </a:p>
        </p:txBody>
      </p:sp>
      <p:pic>
        <p:nvPicPr>
          <p:cNvPr id="17418" name="">
            <a:extLst xmlns:a="http://schemas.openxmlformats.org/drawingml/2006/main">
              <a:ext uri="{FF2B5EF4-FFF2-40B4-BE49-F238E27FC236}">
                <a16:creationId xmlns:a16="http://schemas.microsoft.com/office/drawing/2014/main" id="{1BAE7AED-7E90-476B-9B1D-A6A99618422A}"/>
              </a:ext>
            </a:extLst>
          </p:cNvPr>
          <p:cNvPicPr>
            <a:picLocks xmlns:a="http://schemas.openxmlformats.org/drawingml/2006/main" noChangeAspect="1"/>
          </p:cNvPicPr>
          <p:nvPr/>
        </p:nvPicPr>
        <p:blipFill>
          <a:blip xmlns:r="http://schemas.openxmlformats.org/officeDocument/2006/relationships" xmlns:a="http://schemas.openxmlformats.org/drawingml/2006/main" r:embed="R57e80450727e44aa"/>
          <a:srcRect xmlns:a="http://schemas.openxmlformats.org/drawingml/2006/main" l="4000" t="18000" r="4000" b="14000"/>
          <a:stretch xmlns:a="http://schemas.openxmlformats.org/drawingml/2006/main"/>
        </p:blipFill>
        <p:spPr>
          <a:xfrm xmlns:a="http://schemas.openxmlformats.org/drawingml/2006/main">
            <a:off x="7877175" y="1724025"/>
            <a:ext cx="3790950" cy="3829050"/>
          </a:xfrm>
          <a:prstGeom xmlns:a="http://schemas.openxmlformats.org/drawingml/2006/main" prst="rect">
            <a:avLst/>
          </a:prstGeom>
        </p:spPr>
      </p:pic>
      <p:sp>
        <p:nvSpPr>
          <p:cNvPr id="17419" name="illustration-caption">
            <a:extLst xmlns:a="http://schemas.openxmlformats.org/drawingml/2006/main">
              <a:ext uri="{FF2B5EF4-FFF2-40B4-BE49-F238E27FC236}">
                <a16:creationId xmlns:a16="http://schemas.microsoft.com/office/drawing/2014/main" id="{427777E8-BA3D-4C2E-8B88-A59F9527FCE7}"/>
              </a:ext>
            </a:extLst>
          </p:cNvPr>
          <p:cNvSpPr>
            <a:spLocks xmlns:a="http://schemas.openxmlformats.org/drawingml/2006/main" noGrp="1"/>
          </p:cNvSpPr>
          <p:nvPr/>
        </p:nvSpPr>
        <p:spPr>
          <a:xfrm xmlns:a="http://schemas.openxmlformats.org/drawingml/2006/main">
            <a:off x="7877175" y="5610225"/>
            <a:ext cx="3790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176"/>
                </a:solidFill>
                <a:latin typeface="Arial"/>
                <a:ea typeface="Arial"/>
                <a:cs typeface="Arial"/>
              </a:defRPr>
            </a:defPPr>
            <a:lvl1pPr algn="l">
              <a:defRPr sz="1200" b="0">
                <a:solidFill>
                  <a:srgbClr val="526176"/>
                </a:solidFill>
                <a:latin typeface="Arial"/>
                <a:ea typeface="Arial"/>
                <a:cs typeface="Arial"/>
              </a:defRPr>
            </a:lvl1pPr>
            <a:lvl2pPr algn="l">
              <a:defRPr sz="1200" b="0">
                <a:solidFill>
                  <a:srgbClr val="526176"/>
                </a:solidFill>
                <a:latin typeface="Arial"/>
                <a:ea typeface="Arial"/>
                <a:cs typeface="Arial"/>
              </a:defRPr>
            </a:lvl2pPr>
            <a:lvl3pPr algn="l">
              <a:defRPr sz="1200" b="0">
                <a:solidFill>
                  <a:srgbClr val="526176"/>
                </a:solidFill>
                <a:latin typeface="Arial"/>
                <a:ea typeface="Arial"/>
                <a:cs typeface="Arial"/>
              </a:defRPr>
            </a:lvl3pPr>
            <a:lvl4pPr algn="l">
              <a:defRPr sz="1200" b="0">
                <a:solidFill>
                  <a:srgbClr val="526176"/>
                </a:solidFill>
                <a:latin typeface="Arial"/>
                <a:ea typeface="Arial"/>
                <a:cs typeface="Arial"/>
              </a:defRPr>
            </a:lvl4pPr>
            <a:lvl5pPr algn="l">
              <a:defRPr sz="1200" b="0">
                <a:solidFill>
                  <a:srgbClr val="526176"/>
                </a:solidFill>
                <a:latin typeface="Arial"/>
                <a:ea typeface="Arial"/>
                <a:cs typeface="Arial"/>
              </a:defRPr>
            </a:lvl5pPr>
            <a:lvl6pPr algn="l">
              <a:defRPr sz="1200" b="0">
                <a:solidFill>
                  <a:srgbClr val="526176"/>
                </a:solidFill>
                <a:latin typeface="Arial"/>
                <a:ea typeface="Arial"/>
                <a:cs typeface="Arial"/>
              </a:defRPr>
            </a:lvl6pPr>
            <a:lvl7pPr algn="l">
              <a:defRPr sz="1200" b="0">
                <a:solidFill>
                  <a:srgbClr val="526176"/>
                </a:solidFill>
                <a:latin typeface="Arial"/>
                <a:ea typeface="Arial"/>
                <a:cs typeface="Arial"/>
              </a:defRPr>
            </a:lvl7pPr>
            <a:lvl8pPr algn="l">
              <a:defRPr sz="1200" b="0">
                <a:solidFill>
                  <a:srgbClr val="526176"/>
                </a:solidFill>
                <a:latin typeface="Arial"/>
                <a:ea typeface="Arial"/>
                <a:cs typeface="Arial"/>
              </a:defRPr>
            </a:lvl8pPr>
            <a:lvl9pPr algn="l">
              <a:defRPr sz="1200" b="0">
                <a:solidFill>
                  <a:srgbClr val="526176"/>
                </a:solidFill>
                <a:latin typeface="Arial"/>
                <a:ea typeface="Arial"/>
                <a:cs typeface="Arial"/>
              </a:defRPr>
            </a:lvl9pPr>
          </a:lstStyle>
          <a:p xmlns:a="http://schemas.openxmlformats.org/drawingml/2006/main">
            <a:pPr algn="l">
              <a:defRPr sz="1200" b="0">
                <a:solidFill>
                  <a:srgbClr val="526176"/>
                </a:solidFill>
                <a:latin typeface="Arial"/>
                <a:ea typeface="Arial"/>
                <a:cs typeface="Arial"/>
              </a:defRPr>
            </a:pPr>
            <a:r>
              <a:rPr sz="1200" b="0">
                <a:solidFill>
                  <a:srgbClr val="526176"/>
                </a:solidFill>
                <a:latin typeface="Arial"/>
                <a:ea typeface="Arial"/>
                <a:cs typeface="Arial"/>
              </a:rPr>
              <a:t>Illustration of the intended review experience</a:t>
            </a:r>
          </a:p>
        </p:txBody>
      </p:sp>
      <p:sp>
        <p:nvSpPr>
          <p:cNvPr id="17420" name="impact-measurement">
            <a:extLst xmlns:a="http://schemas.openxmlformats.org/drawingml/2006/main">
              <a:ext uri="{FF2B5EF4-FFF2-40B4-BE49-F238E27FC236}">
                <a16:creationId xmlns:a16="http://schemas.microsoft.com/office/drawing/2014/main" id="{A7CC3928-280D-4386-A38B-29E94D2DD91A}"/>
              </a:ext>
            </a:extLst>
          </p:cNvPr>
          <p:cNvSpPr>
            <a:spLocks xmlns:a="http://schemas.openxmlformats.org/drawingml/2006/main" noGrp="1"/>
          </p:cNvSpPr>
          <p:nvPr/>
        </p:nvSpPr>
        <p:spPr>
          <a:xfrm xmlns:a="http://schemas.openxmlformats.org/drawingml/2006/main">
            <a:off x="457200" y="5886450"/>
            <a:ext cx="719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F766E"/>
                </a:solidFill>
                <a:latin typeface="Arial"/>
                <a:ea typeface="Arial"/>
                <a:cs typeface="Arial"/>
              </a:defRPr>
            </a:defPPr>
            <a:lvl1pPr algn="l">
              <a:defRPr sz="1350" b="1">
                <a:solidFill>
                  <a:srgbClr val="0F766E"/>
                </a:solidFill>
                <a:latin typeface="Arial"/>
                <a:ea typeface="Arial"/>
                <a:cs typeface="Arial"/>
              </a:defRPr>
            </a:lvl1pPr>
            <a:lvl2pPr algn="l">
              <a:defRPr sz="1350" b="1">
                <a:solidFill>
                  <a:srgbClr val="0F766E"/>
                </a:solidFill>
                <a:latin typeface="Arial"/>
                <a:ea typeface="Arial"/>
                <a:cs typeface="Arial"/>
              </a:defRPr>
            </a:lvl2pPr>
            <a:lvl3pPr algn="l">
              <a:defRPr sz="1350" b="1">
                <a:solidFill>
                  <a:srgbClr val="0F766E"/>
                </a:solidFill>
                <a:latin typeface="Arial"/>
                <a:ea typeface="Arial"/>
                <a:cs typeface="Arial"/>
              </a:defRPr>
            </a:lvl3pPr>
            <a:lvl4pPr algn="l">
              <a:defRPr sz="1350" b="1">
                <a:solidFill>
                  <a:srgbClr val="0F766E"/>
                </a:solidFill>
                <a:latin typeface="Arial"/>
                <a:ea typeface="Arial"/>
                <a:cs typeface="Arial"/>
              </a:defRPr>
            </a:lvl4pPr>
            <a:lvl5pPr algn="l">
              <a:defRPr sz="1350" b="1">
                <a:solidFill>
                  <a:srgbClr val="0F766E"/>
                </a:solidFill>
                <a:latin typeface="Arial"/>
                <a:ea typeface="Arial"/>
                <a:cs typeface="Arial"/>
              </a:defRPr>
            </a:lvl5pPr>
            <a:lvl6pPr algn="l">
              <a:defRPr sz="1350" b="1">
                <a:solidFill>
                  <a:srgbClr val="0F766E"/>
                </a:solidFill>
                <a:latin typeface="Arial"/>
                <a:ea typeface="Arial"/>
                <a:cs typeface="Arial"/>
              </a:defRPr>
            </a:lvl6pPr>
            <a:lvl7pPr algn="l">
              <a:defRPr sz="1350" b="1">
                <a:solidFill>
                  <a:srgbClr val="0F766E"/>
                </a:solidFill>
                <a:latin typeface="Arial"/>
                <a:ea typeface="Arial"/>
                <a:cs typeface="Arial"/>
              </a:defRPr>
            </a:lvl7pPr>
            <a:lvl8pPr algn="l">
              <a:defRPr sz="1350" b="1">
                <a:solidFill>
                  <a:srgbClr val="0F766E"/>
                </a:solidFill>
                <a:latin typeface="Arial"/>
                <a:ea typeface="Arial"/>
                <a:cs typeface="Arial"/>
              </a:defRPr>
            </a:lvl8pPr>
            <a:lvl9pPr algn="l">
              <a:defRPr sz="1350" b="1">
                <a:solidFill>
                  <a:srgbClr val="0F766E"/>
                </a:solidFill>
                <a:latin typeface="Arial"/>
                <a:ea typeface="Arial"/>
                <a:cs typeface="Arial"/>
              </a:defRPr>
            </a:lvl9pPr>
          </a:lstStyle>
          <a:p xmlns:a="http://schemas.openxmlformats.org/drawingml/2006/main">
            <a:pPr algn="l">
              <a:defRPr sz="1350" b="1">
                <a:solidFill>
                  <a:srgbClr val="0F766E"/>
                </a:solidFill>
                <a:latin typeface="Arial"/>
                <a:ea typeface="Arial"/>
                <a:cs typeface="Arial"/>
              </a:defRPr>
            </a:pPr>
            <a:r>
              <a:rPr sz="1350" b="1">
                <a:solidFill>
                  <a:srgbClr val="0F766E"/>
                </a:solidFill>
                <a:latin typeface="Arial"/>
                <a:ea typeface="Arial"/>
                <a:cs typeface="Arial"/>
              </a:rPr>
              <a:t>Pilot measures: review time, correction cycles and unsupported acceptance.</a:t>
            </a: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17410" name="registered-team-mark">
            <a:extLst xmlns:a="http://schemas.openxmlformats.org/drawingml/2006/main">
              <a:ext uri="{FF2B5EF4-FFF2-40B4-BE49-F238E27FC236}">
                <a16:creationId xmlns:a16="http://schemas.microsoft.com/office/drawing/2014/main" id="{F0447BD0-3C83-42F8-9A57-1EA15D09543B}"/>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1" name="Picture 10">
            <a:extLst xmlns:a="http://schemas.openxmlformats.org/drawingml/2006/main">
              <a:ext uri="{FF2B5EF4-FFF2-40B4-BE49-F238E27FC236}">
                <a16:creationId xmlns:a16="http://schemas.microsoft.com/office/drawing/2014/main" id="{C151B012-DD4C-4286-A4DD-8F6B6CCAF765}"/>
              </a:ext>
            </a:extLst>
          </p:cNvPr>
          <p:cNvPicPr>
            <a:picLocks xmlns:a="http://schemas.openxmlformats.org/drawingml/2006/main" noChangeAspect="1"/>
          </p:cNvPicPr>
          <p:nvPr/>
        </p:nvPicPr>
        <p:blipFill>
          <a:blip xmlns:r="http://schemas.openxmlformats.org/officeDocument/2006/relationships" xmlns:a="http://schemas.openxmlformats.org/drawingml/2006/main" r:embed="Reae3df6699bb4ffb"/>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869955A2-B857-40CE-A28A-54AFDD8917B0}"/>
              </a:ext>
            </a:extLst>
          </p:cNvPr>
          <p:cNvSpPr>
            <a:spLocks xmlns:a="http://schemas.openxmlformats.org/drawingml/2006/main" noGrp="1"/>
          </p:cNvSpPr>
          <p:nvPr>
            <p:ph type="title" idx="0"/>
          </p:nvPr>
        </p:nvSpPr>
        <p:spPr>
          <a:xfrm xmlns:a="http://schemas.openxmlformats.org/drawingml/2006/main">
            <a:off x="1762125" y="238125"/>
            <a:ext cx="8001000" cy="714375"/>
          </a:xfrm>
        </p:spPr>
        <p:txBody>
          <a:bodyPr xmlns:a="http://schemas.openxmlformats.org/drawingml/2006/main" wrap="square" lIns="0" tIns="0" rIns="0" bIns="0" anchor="t">
            <a:noAutofit/>
          </a:bodyPr>
          <a:lstStyle xmlns:a="http://schemas.openxmlformats.org/drawingml/2006/main">
            <a:defPPr algn="ctr">
              <a:defRPr sz="3150" b="1">
                <a:solidFill>
                  <a:srgbClr val="000000"/>
                </a:solidFill>
                <a:latin typeface="Times New Roman"/>
                <a:ea typeface="Times New Roman"/>
                <a:cs typeface="Times New Roman"/>
              </a:defRPr>
            </a:defPPr>
            <a:lvl1pPr algn="ctr">
              <a:defRPr sz="3150" b="1">
                <a:solidFill>
                  <a:srgbClr val="000000"/>
                </a:solidFill>
                <a:latin typeface="Times New Roman"/>
                <a:ea typeface="Times New Roman"/>
                <a:cs typeface="Times New Roman"/>
              </a:defRPr>
            </a:lvl1pPr>
            <a:lvl2pPr algn="ctr">
              <a:defRPr sz="3150" b="1">
                <a:solidFill>
                  <a:srgbClr val="000000"/>
                </a:solidFill>
                <a:latin typeface="Times New Roman"/>
                <a:ea typeface="Times New Roman"/>
                <a:cs typeface="Times New Roman"/>
              </a:defRPr>
            </a:lvl2pPr>
            <a:lvl3pPr algn="ctr">
              <a:defRPr sz="3150" b="1">
                <a:solidFill>
                  <a:srgbClr val="000000"/>
                </a:solidFill>
                <a:latin typeface="Times New Roman"/>
                <a:ea typeface="Times New Roman"/>
                <a:cs typeface="Times New Roman"/>
              </a:defRPr>
            </a:lvl3pPr>
            <a:lvl4pPr algn="ctr">
              <a:defRPr sz="3150" b="1">
                <a:solidFill>
                  <a:srgbClr val="000000"/>
                </a:solidFill>
                <a:latin typeface="Times New Roman"/>
                <a:ea typeface="Times New Roman"/>
                <a:cs typeface="Times New Roman"/>
              </a:defRPr>
            </a:lvl4pPr>
            <a:lvl5pPr algn="ctr">
              <a:defRPr sz="3150" b="1">
                <a:solidFill>
                  <a:srgbClr val="000000"/>
                </a:solidFill>
                <a:latin typeface="Times New Roman"/>
                <a:ea typeface="Times New Roman"/>
                <a:cs typeface="Times New Roman"/>
              </a:defRPr>
            </a:lvl5pPr>
            <a:lvl6pPr algn="ctr">
              <a:defRPr sz="3150" b="1">
                <a:solidFill>
                  <a:srgbClr val="000000"/>
                </a:solidFill>
                <a:latin typeface="Times New Roman"/>
                <a:ea typeface="Times New Roman"/>
                <a:cs typeface="Times New Roman"/>
              </a:defRPr>
            </a:lvl6pPr>
            <a:lvl7pPr algn="ctr">
              <a:defRPr sz="3150" b="1">
                <a:solidFill>
                  <a:srgbClr val="000000"/>
                </a:solidFill>
                <a:latin typeface="Times New Roman"/>
                <a:ea typeface="Times New Roman"/>
                <a:cs typeface="Times New Roman"/>
              </a:defRPr>
            </a:lvl7pPr>
            <a:lvl8pPr algn="ctr">
              <a:defRPr sz="3150" b="1">
                <a:solidFill>
                  <a:srgbClr val="000000"/>
                </a:solidFill>
                <a:latin typeface="Times New Roman"/>
                <a:ea typeface="Times New Roman"/>
                <a:cs typeface="Times New Roman"/>
              </a:defRPr>
            </a:lvl8pPr>
            <a:lvl9pPr algn="ctr">
              <a:defRPr sz="3150" b="1">
                <a:solidFill>
                  <a:srgbClr val="000000"/>
                </a:solidFill>
                <a:latin typeface="Times New Roman"/>
                <a:ea typeface="Times New Roman"/>
                <a:cs typeface="Times New Roman"/>
              </a:defRPr>
            </a:lvl9pPr>
          </a:lstStyle>
          <a:p xmlns:a="http://schemas.openxmlformats.org/drawingml/2006/main">
            <a:pPr algn="ctr">
              <a:buNone/>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25E9E567-EEA2-4197-8508-BC9B0DCFB40A}"/>
              </a:ext>
            </a:extLst>
          </p:cNvPr>
          <p:cNvSpPr>
            <a:spLocks xmlns:a="http://schemas.openxmlformats.org/drawingml/2006/main" noGrp="1"/>
          </p:cNvSpPr>
          <p:nvPr>
            <p:ph type="sldNum" idx="12"/>
          </p:nvPr>
        </p:nvSpPr>
        <p:spPr/>
        <p:txBody>
          <a:bodyPr xmlns:a="http://schemas.openxmlformats.org/drawingml/2006/main" wrap="square" lIns="0" tIns="0" rIns="0" bIns="0" anchor="ctr">
            <a:noAutofit/>
          </a:bodyPr>
          <a:lstStyle xmlns:a="http://schemas.openxmlformats.org/drawingml/2006/main">
            <a:defPPr algn="r">
              <a:defRPr sz="1125" b="1">
                <a:solidFill>
                  <a:srgbClr val="FFFFFF"/>
                </a:solidFill>
                <a:latin typeface="Arial"/>
                <a:ea typeface="Arial"/>
                <a:cs typeface="Arial"/>
              </a:defRPr>
            </a:defPPr>
            <a:lvl1pPr algn="r">
              <a:defRPr sz="1125" b="1">
                <a:solidFill>
                  <a:srgbClr val="FFFFFF"/>
                </a:solidFill>
                <a:latin typeface="Arial"/>
                <a:ea typeface="Arial"/>
                <a:cs typeface="Arial"/>
              </a:defRPr>
            </a:lvl1pPr>
            <a:lvl2pPr algn="r">
              <a:defRPr sz="1125" b="1">
                <a:solidFill>
                  <a:srgbClr val="FFFFFF"/>
                </a:solidFill>
                <a:latin typeface="Arial"/>
                <a:ea typeface="Arial"/>
                <a:cs typeface="Arial"/>
              </a:defRPr>
            </a:lvl2pPr>
            <a:lvl3pPr algn="r">
              <a:defRPr sz="1125" b="1">
                <a:solidFill>
                  <a:srgbClr val="FFFFFF"/>
                </a:solidFill>
                <a:latin typeface="Arial"/>
                <a:ea typeface="Arial"/>
                <a:cs typeface="Arial"/>
              </a:defRPr>
            </a:lvl3pPr>
            <a:lvl4pPr algn="r">
              <a:defRPr sz="1125" b="1">
                <a:solidFill>
                  <a:srgbClr val="FFFFFF"/>
                </a:solidFill>
                <a:latin typeface="Arial"/>
                <a:ea typeface="Arial"/>
                <a:cs typeface="Arial"/>
              </a:defRPr>
            </a:lvl4pPr>
            <a:lvl5pPr algn="r">
              <a:defRPr sz="1125" b="1">
                <a:solidFill>
                  <a:srgbClr val="FFFFFF"/>
                </a:solidFill>
                <a:latin typeface="Arial"/>
                <a:ea typeface="Arial"/>
                <a:cs typeface="Arial"/>
              </a:defRPr>
            </a:lvl5pPr>
            <a:lvl6pPr algn="r">
              <a:defRPr sz="1125" b="1">
                <a:solidFill>
                  <a:srgbClr val="FFFFFF"/>
                </a:solidFill>
                <a:latin typeface="Arial"/>
                <a:ea typeface="Arial"/>
                <a:cs typeface="Arial"/>
              </a:defRPr>
            </a:lvl6pPr>
            <a:lvl7pPr algn="r">
              <a:defRPr sz="1125" b="1">
                <a:solidFill>
                  <a:srgbClr val="FFFFFF"/>
                </a:solidFill>
                <a:latin typeface="Arial"/>
                <a:ea typeface="Arial"/>
                <a:cs typeface="Arial"/>
              </a:defRPr>
            </a:lvl7pPr>
            <a:lvl8pPr algn="r">
              <a:defRPr sz="1125" b="1">
                <a:solidFill>
                  <a:srgbClr val="FFFFFF"/>
                </a:solidFill>
                <a:latin typeface="Arial"/>
                <a:ea typeface="Arial"/>
                <a:cs typeface="Arial"/>
              </a:defRPr>
            </a:lvl8pPr>
            <a:lvl9pPr algn="r">
              <a:defRPr sz="1125" b="1">
                <a:solidFill>
                  <a:srgbClr val="FFFFFF"/>
                </a:solidFill>
                <a:latin typeface="Arial"/>
                <a:ea typeface="Arial"/>
                <a:cs typeface="Arial"/>
              </a:defRPr>
            </a:lvl9pPr>
          </a:lstStyle>
          <a:p xmlns:a="http://schemas.openxmlformats.org/drawingml/2006/main">
            <a:pPr marL="0" marR="0" lvl="0" indent="0" algn="r" defTabSz="457200">
              <a:lnSpc>
                <a:spcPct val="100000"/>
              </a:lnSpc>
              <a:spcBef>
                <a:spcPct val="0"/>
              </a:spcBef>
              <a:spcAft>
                <a:spcPct val="0"/>
              </a:spcAft>
              <a:buClrTx/>
              <a:buSzTx/>
              <a:buFontTx/>
              <a:buNone/>
              <a:defRPr sz="1125" b="1">
                <a:solidFill>
                  <a:srgbClr val="FFFFFF"/>
                </a:solidFill>
                <a:latin typeface="Arial"/>
                <a:ea typeface="Arial"/>
                <a:cs typeface="Arial"/>
              </a:defRPr>
            </a:pPr>
            <a:fld id="{8C630A04-5A25-9E0C-9436-126091DB86B3}" type="slidenum">
              <a:rPr sz="1125" b="1" i="0" u="none" strike="noStrike" cap="none" spc="0" baseline="0">
                <a:ln>
                  <a:noFill/>
                </a:ln>
                <a:solidFill>
                  <a:srgbClr val="FFFFFF"/>
                </a:solidFill>
                <a:latin typeface="Arial"/>
                <a:ea typeface="Arial"/>
                <a:cs typeface="Arial"/>
              </a:rPr>
              <a:t>6</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FDA28868-1D7B-4FEA-92EC-8498EC5B3603}"/>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wrap="square" lIns="0" tIns="0" rIns="0" bIns="0" anchor="ctr">
            <a:noAutofit/>
          </a:bodyPr>
          <a:lstStyle xmlns:a="http://schemas.openxmlformats.org/drawingml/2006/main">
            <a:defPPr algn="ctr">
              <a:defRPr sz="1050">
                <a:solidFill>
                  <a:srgbClr val="FFFFFF"/>
                </a:solidFill>
                <a:latin typeface="Arial"/>
                <a:ea typeface="Arial"/>
                <a:cs typeface="Arial"/>
              </a:defRPr>
            </a:defPPr>
            <a:lvl1pPr algn="ctr">
              <a:defRPr sz="1050">
                <a:solidFill>
                  <a:srgbClr val="FFFFFF"/>
                </a:solidFill>
                <a:latin typeface="Arial"/>
                <a:ea typeface="Arial"/>
                <a:cs typeface="Arial"/>
              </a:defRPr>
            </a:lvl1pPr>
            <a:lvl2pPr algn="ctr">
              <a:defRPr sz="1050">
                <a:solidFill>
                  <a:srgbClr val="FFFFFF"/>
                </a:solidFill>
                <a:latin typeface="Arial"/>
                <a:ea typeface="Arial"/>
                <a:cs typeface="Arial"/>
              </a:defRPr>
            </a:lvl2pPr>
            <a:lvl3pPr algn="ctr">
              <a:defRPr sz="1050">
                <a:solidFill>
                  <a:srgbClr val="FFFFFF"/>
                </a:solidFill>
                <a:latin typeface="Arial"/>
                <a:ea typeface="Arial"/>
                <a:cs typeface="Arial"/>
              </a:defRPr>
            </a:lvl3pPr>
            <a:lvl4pPr algn="ctr">
              <a:defRPr sz="1050">
                <a:solidFill>
                  <a:srgbClr val="FFFFFF"/>
                </a:solidFill>
                <a:latin typeface="Arial"/>
                <a:ea typeface="Arial"/>
                <a:cs typeface="Arial"/>
              </a:defRPr>
            </a:lvl4pPr>
            <a:lvl5pPr algn="ctr">
              <a:defRPr sz="1050">
                <a:solidFill>
                  <a:srgbClr val="FFFFFF"/>
                </a:solidFill>
                <a:latin typeface="Arial"/>
                <a:ea typeface="Arial"/>
                <a:cs typeface="Arial"/>
              </a:defRPr>
            </a:lvl5pPr>
            <a:lvl6pPr algn="ctr">
              <a:defRPr sz="1050">
                <a:solidFill>
                  <a:srgbClr val="FFFFFF"/>
                </a:solidFill>
                <a:latin typeface="Arial"/>
                <a:ea typeface="Arial"/>
                <a:cs typeface="Arial"/>
              </a:defRPr>
            </a:lvl6pPr>
            <a:lvl7pPr algn="ctr">
              <a:defRPr sz="1050">
                <a:solidFill>
                  <a:srgbClr val="FFFFFF"/>
                </a:solidFill>
                <a:latin typeface="Arial"/>
                <a:ea typeface="Arial"/>
                <a:cs typeface="Arial"/>
              </a:defRPr>
            </a:lvl7pPr>
            <a:lvl8pPr algn="ctr">
              <a:defRPr sz="1050">
                <a:solidFill>
                  <a:srgbClr val="FFFFFF"/>
                </a:solidFill>
                <a:latin typeface="Arial"/>
                <a:ea typeface="Arial"/>
                <a:cs typeface="Arial"/>
              </a:defRPr>
            </a:lvl8pPr>
            <a:lvl9pPr algn="ctr">
              <a:defRPr sz="1050">
                <a:solidFill>
                  <a:srgbClr val="FFFFFF"/>
                </a:solidFill>
                <a:latin typeface="Arial"/>
                <a:ea typeface="Arial"/>
                <a:cs typeface="Arial"/>
              </a:defRPr>
            </a:lvl9pPr>
          </a:lstStyle>
          <a:p xmlns:a="http://schemas.openxmlformats.org/drawingml/2006/main">
            <a:pPr marL="0" marR="0" lvl="0" indent="0" algn="ctr" defTabSz="457200">
              <a:lnSpc>
                <a:spcPct val="100000"/>
              </a:lnSpc>
              <a:spcBef>
                <a:spcPts val="0"/>
              </a:spcBef>
              <a:spcAft>
                <a:spcPts val="0"/>
              </a:spcAft>
              <a:buClrTx/>
              <a:buSzTx/>
              <a:buFontTx/>
              <a:buNone/>
              <a:defRPr sz="1050">
                <a:solidFill>
                  <a:srgbClr val="FFFFFF"/>
                </a:solidFill>
                <a:latin typeface="Arial"/>
                <a:ea typeface="Arial"/>
                <a:cs typeface="Arial"/>
              </a:defRPr>
            </a:pPr>
            <a:r>
              <a:rPr sz="1050" b="0" i="0" u="none" strike="noStrike" cap="none" spc="0" baseline="0">
                <a:ln>
                  <a:noFill/>
                </a:ln>
                <a:solidFill>
                  <a:srgbClr val="FFFFFF"/>
                </a:solidFill>
                <a:latin typeface="Arial"/>
                <a:ea typeface="Arial"/>
                <a:cs typeface="Arial"/>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7411" name="research-subject">
            <a:extLst xmlns:a="http://schemas.openxmlformats.org/drawingml/2006/main">
              <a:ext uri="{FF2B5EF4-FFF2-40B4-BE49-F238E27FC236}">
                <a16:creationId xmlns:a16="http://schemas.microsoft.com/office/drawing/2014/main" id="{20A59807-7C47-4048-BF2A-739AE73A983E}"/>
              </a:ext>
            </a:extLst>
          </p:cNvPr>
          <p:cNvSpPr>
            <a:spLocks xmlns:a="http://schemas.openxmlformats.org/drawingml/2006/main" noGrp="1"/>
          </p:cNvSpPr>
          <p:nvPr/>
        </p:nvSpPr>
        <p:spPr>
          <a:xfrm xmlns:a="http://schemas.openxmlformats.org/drawingml/2006/main">
            <a:off x="457200" y="123825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F497D"/>
                </a:solidFill>
                <a:latin typeface="Arial"/>
                <a:ea typeface="Arial"/>
                <a:cs typeface="Arial"/>
              </a:defRPr>
            </a:defPPr>
            <a:lvl1pPr algn="l">
              <a:defRPr sz="2250" b="1">
                <a:solidFill>
                  <a:srgbClr val="1F497D"/>
                </a:solidFill>
                <a:latin typeface="Arial"/>
                <a:ea typeface="Arial"/>
                <a:cs typeface="Arial"/>
              </a:defRPr>
            </a:lvl1pPr>
            <a:lvl2pPr algn="l">
              <a:defRPr sz="2250" b="1">
                <a:solidFill>
                  <a:srgbClr val="1F497D"/>
                </a:solidFill>
                <a:latin typeface="Arial"/>
                <a:ea typeface="Arial"/>
                <a:cs typeface="Arial"/>
              </a:defRPr>
            </a:lvl2pPr>
            <a:lvl3pPr algn="l">
              <a:defRPr sz="2250" b="1">
                <a:solidFill>
                  <a:srgbClr val="1F497D"/>
                </a:solidFill>
                <a:latin typeface="Arial"/>
                <a:ea typeface="Arial"/>
                <a:cs typeface="Arial"/>
              </a:defRPr>
            </a:lvl3pPr>
            <a:lvl4pPr algn="l">
              <a:defRPr sz="2250" b="1">
                <a:solidFill>
                  <a:srgbClr val="1F497D"/>
                </a:solidFill>
                <a:latin typeface="Arial"/>
                <a:ea typeface="Arial"/>
                <a:cs typeface="Arial"/>
              </a:defRPr>
            </a:lvl4pPr>
            <a:lvl5pPr algn="l">
              <a:defRPr sz="2250" b="1">
                <a:solidFill>
                  <a:srgbClr val="1F497D"/>
                </a:solidFill>
                <a:latin typeface="Arial"/>
                <a:ea typeface="Arial"/>
                <a:cs typeface="Arial"/>
              </a:defRPr>
            </a:lvl5pPr>
            <a:lvl6pPr algn="l">
              <a:defRPr sz="2250" b="1">
                <a:solidFill>
                  <a:srgbClr val="1F497D"/>
                </a:solidFill>
                <a:latin typeface="Arial"/>
                <a:ea typeface="Arial"/>
                <a:cs typeface="Arial"/>
              </a:defRPr>
            </a:lvl6pPr>
            <a:lvl7pPr algn="l">
              <a:defRPr sz="2250" b="1">
                <a:solidFill>
                  <a:srgbClr val="1F497D"/>
                </a:solidFill>
                <a:latin typeface="Arial"/>
                <a:ea typeface="Arial"/>
                <a:cs typeface="Arial"/>
              </a:defRPr>
            </a:lvl7pPr>
            <a:lvl8pPr algn="l">
              <a:defRPr sz="2250" b="1">
                <a:solidFill>
                  <a:srgbClr val="1F497D"/>
                </a:solidFill>
                <a:latin typeface="Arial"/>
                <a:ea typeface="Arial"/>
                <a:cs typeface="Arial"/>
              </a:defRPr>
            </a:lvl8pPr>
            <a:lvl9pPr algn="l">
              <a:defRPr sz="2250" b="1">
                <a:solidFill>
                  <a:srgbClr val="1F497D"/>
                </a:solidFill>
                <a:latin typeface="Arial"/>
                <a:ea typeface="Arial"/>
                <a:cs typeface="Arial"/>
              </a:defRPr>
            </a:lvl9pPr>
          </a:lstStyle>
          <a:p xmlns:a="http://schemas.openxmlformats.org/drawingml/2006/main">
            <a:pPr algn="l">
              <a:defRPr sz="2250" b="1">
                <a:solidFill>
                  <a:srgbClr val="1F497D"/>
                </a:solidFill>
                <a:latin typeface="Arial"/>
                <a:ea typeface="Arial"/>
                <a:cs typeface="Arial"/>
              </a:defRPr>
            </a:pPr>
            <a:r>
              <a:rPr sz="2250" b="1">
                <a:solidFill>
                  <a:srgbClr val="1F497D"/>
                </a:solidFill>
                <a:latin typeface="Arial"/>
                <a:ea typeface="Arial"/>
                <a:cs typeface="Arial"/>
              </a:rPr>
              <a:t>The opportunity is the connected scrutiny workflow</a:t>
            </a:r>
          </a:p>
        </p:txBody>
      </p:sp>
      <p:graphicFrame>
        <p:nvGraphicFramePr>
          <p:cNvPr id="17412" name="">
            <a:extLst xmlns:a="http://schemas.openxmlformats.org/drawingml/2006/main">
              <a:ext uri="{FF2B5EF4-FFF2-40B4-BE49-F238E27FC236}">
                <a16:creationId xmlns:a16="http://schemas.microsoft.com/office/drawing/2014/main" id="{C95E1C1D-A785-4716-81CF-24D1295D5FDD}"/>
              </a:ext>
            </a:extLst>
          </p:cNvPr>
          <p:cNvGraphicFramePr/>
          <p:nvPr/>
        </p:nvGraphicFramePr>
        <p:xfrm>
          <a:off xmlns:a="http://schemas.openxmlformats.org/drawingml/2006/main" x="457200" y="1876425"/>
          <a:ext xmlns:a="http://schemas.openxmlformats.org/drawingml/2006/main" cx="6753225" cy="3057525"/>
        </p:xfrm>
        <a:graphic xmlns:a="http://schemas.openxmlformats.org/drawingml/2006/main">
          <a:graphicData uri="http://schemas.openxmlformats.org/drawingml/2006/table">
            <a:tbl>
              <a:tblPr/>
              <a:tblGrid>
                <a:gridCol w="2971800"/>
                <a:gridCol w="3781425"/>
              </a:tblGrid>
              <a:tr h="611505">
                <a:tc>
                  <a:txBody>
                    <a:bodyPr wrap="square" lIns="133350" tIns="95250" rIns="114300" bIns="95250">
                      <a:noAutofit/>
                    </a:bodyPr>
                    <a:lstStyle/>
                    <a:p>
                      <a:r>
                        <a:rPr sz="1575" b="1">
                          <a:solidFill>
                            <a:srgbClr val="FFFFFF"/>
                          </a:solidFill>
                          <a:latin typeface="Arial"/>
                          <a:ea typeface="Arial"/>
                          <a:cs typeface="Arial"/>
                        </a:rPr>
                        <a:t>Research finding</a:t>
                      </a:r>
                    </a:p>
                  </a:txBody>
                  <a:tcPr marL="91440" marR="91440" marT="45720" marB="45720" anchor="ctr">
                    <a:lnL w="6668">
                      <a:solidFill>
                        <a:srgbClr val="DCE3EC"/>
                      </a:solidFill>
                      <a:prstDash val="solid"/>
                    </a:lnL>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c>
                  <a:txBody>
                    <a:bodyPr wrap="square" lIns="133350" tIns="95250" rIns="114300" bIns="95250">
                      <a:noAutofit/>
                    </a:bodyPr>
                    <a:lstStyle/>
                    <a:p>
                      <a:r>
                        <a:rPr sz="1575" b="1">
                          <a:solidFill>
                            <a:srgbClr val="FFFFFF"/>
                          </a:solidFill>
                          <a:latin typeface="Arial"/>
                          <a:ea typeface="Arial"/>
                          <a:cs typeface="Arial"/>
                        </a:rPr>
                        <a:t>Our design response</a:t>
                      </a:r>
                    </a:p>
                  </a:txBody>
                  <a:tcPr marL="91440" marR="91440" marT="45720" marB="45720" anchor="ctr">
                    <a:lnR w="6668">
                      <a:solidFill>
                        <a:srgbClr val="DCE3EC"/>
                      </a:solidFill>
                      <a:prstDash val="solid"/>
                    </a:lnR>
                    <a:lnT w="6668">
                      <a:solidFill>
                        <a:srgbClr val="DCE3EC"/>
                      </a:solidFill>
                      <a:prstDash val="solid"/>
                    </a:lnT>
                    <a:lnB w="6668">
                      <a:solidFill>
                        <a:srgbClr val="DCE3EC"/>
                      </a:solidFill>
                      <a:prstDash val="solid"/>
                    </a:lnB>
                    <a:solidFill>
                      <a:srgbClr val="14243B"/>
                    </a:solidFill>
                  </a:tcPr>
                </a:tc>
              </a:tr>
              <a:tr h="611505">
                <a:tc>
                  <a:txBody>
                    <a:bodyPr wrap="square" lIns="133350" tIns="95250" rIns="114300" bIns="95250">
                      <a:noAutofit/>
                    </a:bodyPr>
                    <a:lstStyle/>
                    <a:p>
                      <a:r>
                        <a:rPr sz="1575" b="0">
                          <a:solidFill>
                            <a:srgbClr val="14243B"/>
                          </a:solidFill>
                          <a:latin typeface="Arial"/>
                          <a:ea typeface="Arial"/>
                          <a:cs typeface="Arial"/>
                        </a:rPr>
                        <a:t>Instabase supports packet validation</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Check applicability for the selected institution, campus and period.</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611505">
                <a:tc>
                  <a:txBody>
                    <a:bodyPr wrap="square" lIns="133350" tIns="95250" rIns="114300" bIns="95250">
                      <a:noAutofit/>
                    </a:bodyPr>
                    <a:lstStyle/>
                    <a:p>
                      <a:r>
                        <a:rPr sz="1575" b="0">
                          <a:solidFill>
                            <a:srgbClr val="14243B"/>
                          </a:solidFill>
                          <a:latin typeface="Arial"/>
                          <a:ea typeface="Arial"/>
                          <a:cs typeface="Arial"/>
                        </a:rPr>
                        <a:t>Diligent supports evidence review</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Make the requested correction specific to the finding and document.</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r h="611505">
                <a:tc>
                  <a:txBody>
                    <a:bodyPr wrap="square" lIns="133350" tIns="95250" rIns="114300" bIns="95250">
                      <a:noAutofit/>
                    </a:bodyPr>
                    <a:lstStyle/>
                    <a:p>
                      <a:r>
                        <a:rPr sz="1575" b="0">
                          <a:solidFill>
                            <a:srgbClr val="14243B"/>
                          </a:solidFill>
                          <a:latin typeface="Arial"/>
                          <a:ea typeface="Arial"/>
                          <a:cs typeface="Arial"/>
                        </a:rPr>
                        <a:t>Kloom advertises evidence re-evaluation</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FFFFF"/>
                    </a:solidFill>
                  </a:tcPr>
                </a:tc>
                <a:tc>
                  <a:txBody>
                    <a:bodyPr wrap="square" lIns="133350" tIns="95250" rIns="114300" bIns="95250">
                      <a:noAutofit/>
                    </a:bodyPr>
                    <a:lstStyle/>
                    <a:p>
                      <a:r>
                        <a:rPr sz="1575" b="0">
                          <a:solidFill>
                            <a:srgbClr val="14243B"/>
                          </a:solidFill>
                          <a:latin typeface="Arial"/>
                          <a:ea typeface="Arial"/>
                          <a:cs typeface="Arial"/>
                        </a:rPr>
                        <a:t>Show replacement impact and preserve review validity in the institutional case.</a:t>
                      </a:r>
                    </a:p>
                  </a:txBody>
                  <a:tcPr marL="91440" marR="91440" marT="45720" marB="45720" anchor="ctr">
                    <a:lnR w="6668">
                      <a:solidFill>
                        <a:srgbClr val="DCE3EC"/>
                      </a:solidFill>
                      <a:prstDash val="solid"/>
                    </a:lnR>
                    <a:lnB w="6668">
                      <a:solidFill>
                        <a:srgbClr val="DCE3EC"/>
                      </a:solidFill>
                      <a:prstDash val="solid"/>
                    </a:lnB>
                    <a:solidFill>
                      <a:srgbClr val="FFFFFF"/>
                    </a:solidFill>
                  </a:tcPr>
                </a:tc>
              </a:tr>
              <a:tr h="611505">
                <a:tc>
                  <a:txBody>
                    <a:bodyPr wrap="square" lIns="133350" tIns="95250" rIns="114300" bIns="95250">
                      <a:noAutofit/>
                    </a:bodyPr>
                    <a:lstStyle/>
                    <a:p>
                      <a:r>
                        <a:rPr sz="1575" b="0">
                          <a:solidFill>
                            <a:srgbClr val="14243B"/>
                          </a:solidFill>
                          <a:latin typeface="Arial"/>
                          <a:ea typeface="Arial"/>
                          <a:cs typeface="Arial"/>
                        </a:rPr>
                        <a:t>Official sources have access boundaries</a:t>
                      </a:r>
                    </a:p>
                  </a:txBody>
                  <a:tcPr marL="91440" marR="91440" marT="45720" marB="45720" anchor="ctr">
                    <a:lnL w="6668">
                      <a:solidFill>
                        <a:srgbClr val="DCE3EC"/>
                      </a:solidFill>
                      <a:prstDash val="solid"/>
                    </a:lnL>
                    <a:lnR w="6668">
                      <a:solidFill>
                        <a:srgbClr val="DCE3EC"/>
                      </a:solidFill>
                      <a:prstDash val="solid"/>
                    </a:lnR>
                    <a:lnB w="6668">
                      <a:solidFill>
                        <a:srgbClr val="DCE3EC"/>
                      </a:solidFill>
                      <a:prstDash val="solid"/>
                    </a:lnB>
                    <a:solidFill>
                      <a:srgbClr val="F3F7FA"/>
                    </a:solidFill>
                  </a:tcPr>
                </a:tc>
                <a:tc>
                  <a:txBody>
                    <a:bodyPr wrap="square" lIns="133350" tIns="95250" rIns="114300" bIns="95250">
                      <a:noAutofit/>
                    </a:bodyPr>
                    <a:lstStyle/>
                    <a:p>
                      <a:r>
                        <a:rPr sz="1575" b="0">
                          <a:solidFill>
                            <a:srgbClr val="14243B"/>
                          </a:solidFill>
                          <a:latin typeface="Arial"/>
                          <a:ea typeface="Arial"/>
                          <a:cs typeface="Arial"/>
                        </a:rPr>
                        <a:t>Keep source coverage, outages and simulation explicit.</a:t>
                      </a:r>
                    </a:p>
                  </a:txBody>
                  <a:tcPr marL="91440" marR="91440" marT="45720" marB="45720" anchor="ctr">
                    <a:lnR w="6668">
                      <a:solidFill>
                        <a:srgbClr val="DCE3EC"/>
                      </a:solidFill>
                      <a:prstDash val="solid"/>
                    </a:lnR>
                    <a:lnB w="6668">
                      <a:solidFill>
                        <a:srgbClr val="DCE3EC"/>
                      </a:solidFill>
                      <a:prstDash val="solid"/>
                    </a:lnB>
                    <a:solidFill>
                      <a:srgbClr val="F3F7FA"/>
                    </a:solidFill>
                  </a:tcPr>
                </a:tc>
              </a:tr>
            </a:tbl>
          </a:graphicData>
        </a:graphic>
      </p:graphicFrame>
      <p:sp>
        <p:nvSpPr>
          <p:cNvPr id="17413" name="references-label">
            <a:extLst xmlns:a="http://schemas.openxmlformats.org/drawingml/2006/main">
              <a:ext uri="{FF2B5EF4-FFF2-40B4-BE49-F238E27FC236}">
                <a16:creationId xmlns:a16="http://schemas.microsoft.com/office/drawing/2014/main" id="{CE85FC02-4C04-4BCA-90A2-85D788977D29}"/>
              </a:ext>
            </a:extLst>
          </p:cNvPr>
          <p:cNvSpPr>
            <a:spLocks xmlns:a="http://schemas.openxmlformats.org/drawingml/2006/main" noGrp="1"/>
          </p:cNvSpPr>
          <p:nvPr/>
        </p:nvSpPr>
        <p:spPr>
          <a:xfrm xmlns:a="http://schemas.openxmlformats.org/drawingml/2006/main">
            <a:off x="7620000" y="187642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F766E"/>
                </a:solidFill>
                <a:latin typeface="Arial"/>
                <a:ea typeface="Arial"/>
                <a:cs typeface="Arial"/>
              </a:defRPr>
            </a:defPPr>
            <a:lvl1pPr algn="l">
              <a:defRPr sz="1725" b="1">
                <a:solidFill>
                  <a:srgbClr val="0F766E"/>
                </a:solidFill>
                <a:latin typeface="Arial"/>
                <a:ea typeface="Arial"/>
                <a:cs typeface="Arial"/>
              </a:defRPr>
            </a:lvl1pPr>
            <a:lvl2pPr algn="l">
              <a:defRPr sz="1725" b="1">
                <a:solidFill>
                  <a:srgbClr val="0F766E"/>
                </a:solidFill>
                <a:latin typeface="Arial"/>
                <a:ea typeface="Arial"/>
                <a:cs typeface="Arial"/>
              </a:defRPr>
            </a:lvl2pPr>
            <a:lvl3pPr algn="l">
              <a:defRPr sz="1725" b="1">
                <a:solidFill>
                  <a:srgbClr val="0F766E"/>
                </a:solidFill>
                <a:latin typeface="Arial"/>
                <a:ea typeface="Arial"/>
                <a:cs typeface="Arial"/>
              </a:defRPr>
            </a:lvl3pPr>
            <a:lvl4pPr algn="l">
              <a:defRPr sz="1725" b="1">
                <a:solidFill>
                  <a:srgbClr val="0F766E"/>
                </a:solidFill>
                <a:latin typeface="Arial"/>
                <a:ea typeface="Arial"/>
                <a:cs typeface="Arial"/>
              </a:defRPr>
            </a:lvl4pPr>
            <a:lvl5pPr algn="l">
              <a:defRPr sz="1725" b="1">
                <a:solidFill>
                  <a:srgbClr val="0F766E"/>
                </a:solidFill>
                <a:latin typeface="Arial"/>
                <a:ea typeface="Arial"/>
                <a:cs typeface="Arial"/>
              </a:defRPr>
            </a:lvl5pPr>
            <a:lvl6pPr algn="l">
              <a:defRPr sz="1725" b="1">
                <a:solidFill>
                  <a:srgbClr val="0F766E"/>
                </a:solidFill>
                <a:latin typeface="Arial"/>
                <a:ea typeface="Arial"/>
                <a:cs typeface="Arial"/>
              </a:defRPr>
            </a:lvl6pPr>
            <a:lvl7pPr algn="l">
              <a:defRPr sz="1725" b="1">
                <a:solidFill>
                  <a:srgbClr val="0F766E"/>
                </a:solidFill>
                <a:latin typeface="Arial"/>
                <a:ea typeface="Arial"/>
                <a:cs typeface="Arial"/>
              </a:defRPr>
            </a:lvl7pPr>
            <a:lvl8pPr algn="l">
              <a:defRPr sz="1725" b="1">
                <a:solidFill>
                  <a:srgbClr val="0F766E"/>
                </a:solidFill>
                <a:latin typeface="Arial"/>
                <a:ea typeface="Arial"/>
                <a:cs typeface="Arial"/>
              </a:defRPr>
            </a:lvl8pPr>
            <a:lvl9pPr algn="l">
              <a:defRPr sz="1725" b="1">
                <a:solidFill>
                  <a:srgbClr val="0F766E"/>
                </a:solidFill>
                <a:latin typeface="Arial"/>
                <a:ea typeface="Arial"/>
                <a:cs typeface="Arial"/>
              </a:defRPr>
            </a:lvl9pPr>
          </a:lstStyle>
          <a:p xmlns:a="http://schemas.openxmlformats.org/drawingml/2006/main">
            <a:pPr algn="l">
              <a:defRPr sz="1725" b="1">
                <a:solidFill>
                  <a:srgbClr val="0F766E"/>
                </a:solidFill>
                <a:latin typeface="Arial"/>
                <a:ea typeface="Arial"/>
                <a:cs typeface="Arial"/>
              </a:defRPr>
            </a:pPr>
            <a:r>
              <a:rPr sz="1725" b="1">
                <a:solidFill>
                  <a:srgbClr val="0F766E"/>
                </a:solidFill>
                <a:latin typeface="Arial"/>
                <a:ea typeface="Arial"/>
                <a:cs typeface="Arial"/>
              </a:rPr>
              <a:t>REFERENCE LINKS</a:t>
            </a:r>
          </a:p>
        </p:txBody>
      </p:sp>
      <p:sp>
        <p:nvSpPr>
          <p:cNvPr id="17414" name="reference-1">
            <a:extLst xmlns:a="http://schemas.openxmlformats.org/drawingml/2006/main">
              <a:ext uri="{FF2B5EF4-FFF2-40B4-BE49-F238E27FC236}">
                <a16:creationId xmlns:a16="http://schemas.microsoft.com/office/drawing/2014/main" id="{2D9D0BCF-80AB-497B-9408-52D7358242B0}"/>
              </a:ext>
            </a:extLst>
          </p:cNvPr>
          <p:cNvSpPr>
            <a:spLocks xmlns:a="http://schemas.openxmlformats.org/drawingml/2006/main" noGrp="1"/>
          </p:cNvSpPr>
          <p:nvPr/>
        </p:nvSpPr>
        <p:spPr>
          <a:xfrm xmlns:a="http://schemas.openxmlformats.org/drawingml/2006/main">
            <a:off x="7620000" y="2324100"/>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e3346f4075664ddd"/>
              </a:rPr>
              <a:t>AICTE handbook release</a:t>
            </a:r>
          </a:p>
        </p:txBody>
      </p:sp>
      <p:sp>
        <p:nvSpPr>
          <p:cNvPr id="17415" name="reference-source-1">
            <a:extLst xmlns:a="http://schemas.openxmlformats.org/drawingml/2006/main">
              <a:ext uri="{FF2B5EF4-FFF2-40B4-BE49-F238E27FC236}">
                <a16:creationId xmlns:a16="http://schemas.microsoft.com/office/drawing/2014/main" id="{AB384C75-8A4B-4B7B-B2B8-7A3B1E65B3F2}"/>
              </a:ext>
            </a:extLst>
          </p:cNvPr>
          <p:cNvSpPr>
            <a:spLocks xmlns:a="http://schemas.openxmlformats.org/drawingml/2006/main" noGrp="1"/>
          </p:cNvSpPr>
          <p:nvPr/>
        </p:nvSpPr>
        <p:spPr>
          <a:xfrm xmlns:a="http://schemas.openxmlformats.org/drawingml/2006/main">
            <a:off x="7620000" y="2590800"/>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Ministry of Education / PIB</a:t>
            </a:r>
          </a:p>
        </p:txBody>
      </p:sp>
      <p:sp>
        <p:nvSpPr>
          <p:cNvPr id="17416" name="reference-2">
            <a:extLst xmlns:a="http://schemas.openxmlformats.org/drawingml/2006/main">
              <a:ext uri="{FF2B5EF4-FFF2-40B4-BE49-F238E27FC236}">
                <a16:creationId xmlns:a16="http://schemas.microsoft.com/office/drawing/2014/main" id="{0D4EE66E-CFA7-454F-A47E-77750029DB4B}"/>
              </a:ext>
            </a:extLst>
          </p:cNvPr>
          <p:cNvSpPr>
            <a:spLocks xmlns:a="http://schemas.openxmlformats.org/drawingml/2006/main" noGrp="1"/>
          </p:cNvSpPr>
          <p:nvPr/>
        </p:nvSpPr>
        <p:spPr>
          <a:xfrm xmlns:a="http://schemas.openxmlformats.org/drawingml/2006/main">
            <a:off x="7620000" y="2962275"/>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442773caf87c4aca"/>
              </a:rPr>
              <a:t>Packet validation</a:t>
            </a:r>
          </a:p>
        </p:txBody>
      </p:sp>
      <p:sp>
        <p:nvSpPr>
          <p:cNvPr id="17417" name="reference-source-2">
            <a:extLst xmlns:a="http://schemas.openxmlformats.org/drawingml/2006/main">
              <a:ext uri="{FF2B5EF4-FFF2-40B4-BE49-F238E27FC236}">
                <a16:creationId xmlns:a16="http://schemas.microsoft.com/office/drawing/2014/main" id="{3E3CB4CC-1520-484B-8003-61018F936432}"/>
              </a:ext>
            </a:extLst>
          </p:cNvPr>
          <p:cNvSpPr>
            <a:spLocks xmlns:a="http://schemas.openxmlformats.org/drawingml/2006/main" noGrp="1"/>
          </p:cNvSpPr>
          <p:nvPr/>
        </p:nvSpPr>
        <p:spPr>
          <a:xfrm xmlns:a="http://schemas.openxmlformats.org/drawingml/2006/main">
            <a:off x="7620000" y="3228975"/>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Instabase documentation</a:t>
            </a:r>
          </a:p>
        </p:txBody>
      </p:sp>
      <p:sp>
        <p:nvSpPr>
          <p:cNvPr id="17418" name="reference-3">
            <a:extLst xmlns:a="http://schemas.openxmlformats.org/drawingml/2006/main">
              <a:ext uri="{FF2B5EF4-FFF2-40B4-BE49-F238E27FC236}">
                <a16:creationId xmlns:a16="http://schemas.microsoft.com/office/drawing/2014/main" id="{EE46A19F-EA32-4DA2-BEAE-2167468BA1BD}"/>
              </a:ext>
            </a:extLst>
          </p:cNvPr>
          <p:cNvSpPr>
            <a:spLocks xmlns:a="http://schemas.openxmlformats.org/drawingml/2006/main" noGrp="1"/>
          </p:cNvSpPr>
          <p:nvPr/>
        </p:nvSpPr>
        <p:spPr>
          <a:xfrm xmlns:a="http://schemas.openxmlformats.org/drawingml/2006/main">
            <a:off x="7620000" y="3600450"/>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1de2b191cfa94070"/>
              </a:rPr>
              <a:t>Evidence submission and review</a:t>
            </a:r>
          </a:p>
        </p:txBody>
      </p:sp>
      <p:sp>
        <p:nvSpPr>
          <p:cNvPr id="17419" name="reference-source-3">
            <a:extLst xmlns:a="http://schemas.openxmlformats.org/drawingml/2006/main">
              <a:ext uri="{FF2B5EF4-FFF2-40B4-BE49-F238E27FC236}">
                <a16:creationId xmlns:a16="http://schemas.microsoft.com/office/drawing/2014/main" id="{A43F4339-58B1-4555-82BA-BB66F18610CF}"/>
              </a:ext>
            </a:extLst>
          </p:cNvPr>
          <p:cNvSpPr>
            <a:spLocks xmlns:a="http://schemas.openxmlformats.org/drawingml/2006/main" noGrp="1"/>
          </p:cNvSpPr>
          <p:nvPr/>
        </p:nvSpPr>
        <p:spPr>
          <a:xfrm xmlns:a="http://schemas.openxmlformats.org/drawingml/2006/main">
            <a:off x="7620000" y="3867150"/>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Diligent documentation</a:t>
            </a:r>
          </a:p>
        </p:txBody>
      </p:sp>
      <p:sp>
        <p:nvSpPr>
          <p:cNvPr id="17420" name="reference-4">
            <a:extLst xmlns:a="http://schemas.openxmlformats.org/drawingml/2006/main">
              <a:ext uri="{FF2B5EF4-FFF2-40B4-BE49-F238E27FC236}">
                <a16:creationId xmlns:a16="http://schemas.microsoft.com/office/drawing/2014/main" id="{BA7A7369-F5C4-49CD-88F7-292312B5FB33}"/>
              </a:ext>
            </a:extLst>
          </p:cNvPr>
          <p:cNvSpPr>
            <a:spLocks xmlns:a="http://schemas.openxmlformats.org/drawingml/2006/main" noGrp="1"/>
          </p:cNvSpPr>
          <p:nvPr/>
        </p:nvSpPr>
        <p:spPr>
          <a:xfrm xmlns:a="http://schemas.openxmlformats.org/drawingml/2006/main">
            <a:off x="7620000" y="4238625"/>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0bbe2982d8e14a70"/>
              </a:rPr>
              <a:t>Continuous evidence re-evaluation</a:t>
            </a:r>
          </a:p>
        </p:txBody>
      </p:sp>
      <p:sp>
        <p:nvSpPr>
          <p:cNvPr id="17421" name="reference-source-4">
            <a:extLst xmlns:a="http://schemas.openxmlformats.org/drawingml/2006/main">
              <a:ext uri="{FF2B5EF4-FFF2-40B4-BE49-F238E27FC236}">
                <a16:creationId xmlns:a16="http://schemas.microsoft.com/office/drawing/2014/main" id="{A0C7C0CD-7D31-4D46-936B-55E8A1AF54EA}"/>
              </a:ext>
            </a:extLst>
          </p:cNvPr>
          <p:cNvSpPr>
            <a:spLocks xmlns:a="http://schemas.openxmlformats.org/drawingml/2006/main" noGrp="1"/>
          </p:cNvSpPr>
          <p:nvPr/>
        </p:nvSpPr>
        <p:spPr>
          <a:xfrm xmlns:a="http://schemas.openxmlformats.org/drawingml/2006/main">
            <a:off x="7620000" y="4505325"/>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Kloom product description</a:t>
            </a:r>
          </a:p>
        </p:txBody>
      </p:sp>
      <p:sp>
        <p:nvSpPr>
          <p:cNvPr id="17422" name="reference-5">
            <a:extLst xmlns:a="http://schemas.openxmlformats.org/drawingml/2006/main">
              <a:ext uri="{FF2B5EF4-FFF2-40B4-BE49-F238E27FC236}">
                <a16:creationId xmlns:a16="http://schemas.microsoft.com/office/drawing/2014/main" id="{6530BE51-2EC4-4911-9DFB-9D8608FAB7E0}"/>
              </a:ext>
            </a:extLst>
          </p:cNvPr>
          <p:cNvSpPr>
            <a:spLocks xmlns:a="http://schemas.openxmlformats.org/drawingml/2006/main" noGrp="1"/>
          </p:cNvSpPr>
          <p:nvPr/>
        </p:nvSpPr>
        <p:spPr>
          <a:xfrm xmlns:a="http://schemas.openxmlformats.org/drawingml/2006/main">
            <a:off x="7620000" y="4876800"/>
            <a:ext cx="4029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F497D"/>
                </a:solidFill>
                <a:latin typeface="Arial"/>
                <a:ea typeface="Arial"/>
                <a:cs typeface="Arial"/>
              </a:defRPr>
            </a:defPPr>
            <a:lvl1pPr algn="l">
              <a:defRPr sz="1575" b="1">
                <a:solidFill>
                  <a:srgbClr val="1F497D"/>
                </a:solidFill>
                <a:latin typeface="Arial"/>
                <a:ea typeface="Arial"/>
                <a:cs typeface="Arial"/>
              </a:defRPr>
            </a:lvl1pPr>
            <a:lvl2pPr algn="l">
              <a:defRPr sz="1575" b="1">
                <a:solidFill>
                  <a:srgbClr val="1F497D"/>
                </a:solidFill>
                <a:latin typeface="Arial"/>
                <a:ea typeface="Arial"/>
                <a:cs typeface="Arial"/>
              </a:defRPr>
            </a:lvl2pPr>
            <a:lvl3pPr algn="l">
              <a:defRPr sz="1575" b="1">
                <a:solidFill>
                  <a:srgbClr val="1F497D"/>
                </a:solidFill>
                <a:latin typeface="Arial"/>
                <a:ea typeface="Arial"/>
                <a:cs typeface="Arial"/>
              </a:defRPr>
            </a:lvl3pPr>
            <a:lvl4pPr algn="l">
              <a:defRPr sz="1575" b="1">
                <a:solidFill>
                  <a:srgbClr val="1F497D"/>
                </a:solidFill>
                <a:latin typeface="Arial"/>
                <a:ea typeface="Arial"/>
                <a:cs typeface="Arial"/>
              </a:defRPr>
            </a:lvl4pPr>
            <a:lvl5pPr algn="l">
              <a:defRPr sz="1575" b="1">
                <a:solidFill>
                  <a:srgbClr val="1F497D"/>
                </a:solidFill>
                <a:latin typeface="Arial"/>
                <a:ea typeface="Arial"/>
                <a:cs typeface="Arial"/>
              </a:defRPr>
            </a:lvl5pPr>
            <a:lvl6pPr algn="l">
              <a:defRPr sz="1575" b="1">
                <a:solidFill>
                  <a:srgbClr val="1F497D"/>
                </a:solidFill>
                <a:latin typeface="Arial"/>
                <a:ea typeface="Arial"/>
                <a:cs typeface="Arial"/>
              </a:defRPr>
            </a:lvl6pPr>
            <a:lvl7pPr algn="l">
              <a:defRPr sz="1575" b="1">
                <a:solidFill>
                  <a:srgbClr val="1F497D"/>
                </a:solidFill>
                <a:latin typeface="Arial"/>
                <a:ea typeface="Arial"/>
                <a:cs typeface="Arial"/>
              </a:defRPr>
            </a:lvl7pPr>
            <a:lvl8pPr algn="l">
              <a:defRPr sz="1575" b="1">
                <a:solidFill>
                  <a:srgbClr val="1F497D"/>
                </a:solidFill>
                <a:latin typeface="Arial"/>
                <a:ea typeface="Arial"/>
                <a:cs typeface="Arial"/>
              </a:defRPr>
            </a:lvl8pPr>
            <a:lvl9pPr algn="l">
              <a:defRPr sz="1575" b="1">
                <a:solidFill>
                  <a:srgbClr val="1F497D"/>
                </a:solidFill>
                <a:latin typeface="Arial"/>
                <a:ea typeface="Arial"/>
                <a:cs typeface="Arial"/>
              </a:defRPr>
            </a:lvl9pPr>
          </a:lstStyle>
          <a:p xmlns:a="http://schemas.openxmlformats.org/drawingml/2006/main">
            <a:pPr algn="l">
              <a:defRPr sz="1575" b="1">
                <a:solidFill>
                  <a:srgbClr val="1F497D"/>
                </a:solidFill>
                <a:latin typeface="Arial"/>
                <a:ea typeface="Arial"/>
                <a:cs typeface="Arial"/>
              </a:defRPr>
            </a:pPr>
            <a:r>
              <a:rPr sz="1575" b="1">
                <a:solidFill>
                  <a:srgbClr val="1F497D"/>
                </a:solidFill>
                <a:latin typeface="Arial"/>
                <a:ea typeface="Arial"/>
                <a:cs typeface="Arial"/>
                <a:hlinkClick xmlns:r="http://schemas.openxmlformats.org/officeDocument/2006/relationships" r:id="R02089502444b4b95"/>
              </a:rPr>
              <a:t>Entity Locker</a:t>
            </a:r>
          </a:p>
        </p:txBody>
      </p:sp>
      <p:sp>
        <p:nvSpPr>
          <p:cNvPr id="17423" name="reference-source-5">
            <a:extLst xmlns:a="http://schemas.openxmlformats.org/drawingml/2006/main">
              <a:ext uri="{FF2B5EF4-FFF2-40B4-BE49-F238E27FC236}">
                <a16:creationId xmlns:a16="http://schemas.microsoft.com/office/drawing/2014/main" id="{5CACEDF1-3E3C-4006-9DB0-199AED51D4BD}"/>
              </a:ext>
            </a:extLst>
          </p:cNvPr>
          <p:cNvSpPr>
            <a:spLocks xmlns:a="http://schemas.openxmlformats.org/drawingml/2006/main" noGrp="1"/>
          </p:cNvSpPr>
          <p:nvPr/>
        </p:nvSpPr>
        <p:spPr>
          <a:xfrm xmlns:a="http://schemas.openxmlformats.org/drawingml/2006/main">
            <a:off x="7620000" y="5143500"/>
            <a:ext cx="4029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MeitY / PIB</a:t>
            </a:r>
          </a:p>
        </p:txBody>
      </p:sp>
      <p:sp>
        <p:nvSpPr>
          <p:cNvPr id="17424" name="research-contribution">
            <a:extLst xmlns:a="http://schemas.openxmlformats.org/drawingml/2006/main">
              <a:ext uri="{FF2B5EF4-FFF2-40B4-BE49-F238E27FC236}">
                <a16:creationId xmlns:a16="http://schemas.microsoft.com/office/drawing/2014/main" id="{7496705E-FDF4-4BC9-8F04-716188E73297}"/>
              </a:ext>
            </a:extLst>
          </p:cNvPr>
          <p:cNvSpPr>
            <a:spLocks xmlns:a="http://schemas.openxmlformats.org/drawingml/2006/main" noGrp="1"/>
          </p:cNvSpPr>
          <p:nvPr/>
        </p:nvSpPr>
        <p:spPr>
          <a:xfrm xmlns:a="http://schemas.openxmlformats.org/drawingml/2006/main">
            <a:off x="457200" y="5257800"/>
            <a:ext cx="676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F766E"/>
                </a:solidFill>
                <a:latin typeface="Arial"/>
                <a:ea typeface="Arial"/>
                <a:cs typeface="Arial"/>
              </a:defRPr>
            </a:defPPr>
            <a:lvl1pPr algn="l">
              <a:defRPr sz="1875" b="1">
                <a:solidFill>
                  <a:srgbClr val="0F766E"/>
                </a:solidFill>
                <a:latin typeface="Arial"/>
                <a:ea typeface="Arial"/>
                <a:cs typeface="Arial"/>
              </a:defRPr>
            </a:lvl1pPr>
            <a:lvl2pPr algn="l">
              <a:defRPr sz="1875" b="1">
                <a:solidFill>
                  <a:srgbClr val="0F766E"/>
                </a:solidFill>
                <a:latin typeface="Arial"/>
                <a:ea typeface="Arial"/>
                <a:cs typeface="Arial"/>
              </a:defRPr>
            </a:lvl2pPr>
            <a:lvl3pPr algn="l">
              <a:defRPr sz="1875" b="1">
                <a:solidFill>
                  <a:srgbClr val="0F766E"/>
                </a:solidFill>
                <a:latin typeface="Arial"/>
                <a:ea typeface="Arial"/>
                <a:cs typeface="Arial"/>
              </a:defRPr>
            </a:lvl3pPr>
            <a:lvl4pPr algn="l">
              <a:defRPr sz="1875" b="1">
                <a:solidFill>
                  <a:srgbClr val="0F766E"/>
                </a:solidFill>
                <a:latin typeface="Arial"/>
                <a:ea typeface="Arial"/>
                <a:cs typeface="Arial"/>
              </a:defRPr>
            </a:lvl4pPr>
            <a:lvl5pPr algn="l">
              <a:defRPr sz="1875" b="1">
                <a:solidFill>
                  <a:srgbClr val="0F766E"/>
                </a:solidFill>
                <a:latin typeface="Arial"/>
                <a:ea typeface="Arial"/>
                <a:cs typeface="Arial"/>
              </a:defRPr>
            </a:lvl5pPr>
            <a:lvl6pPr algn="l">
              <a:defRPr sz="1875" b="1">
                <a:solidFill>
                  <a:srgbClr val="0F766E"/>
                </a:solidFill>
                <a:latin typeface="Arial"/>
                <a:ea typeface="Arial"/>
                <a:cs typeface="Arial"/>
              </a:defRPr>
            </a:lvl6pPr>
            <a:lvl7pPr algn="l">
              <a:defRPr sz="1875" b="1">
                <a:solidFill>
                  <a:srgbClr val="0F766E"/>
                </a:solidFill>
                <a:latin typeface="Arial"/>
                <a:ea typeface="Arial"/>
                <a:cs typeface="Arial"/>
              </a:defRPr>
            </a:lvl7pPr>
            <a:lvl8pPr algn="l">
              <a:defRPr sz="1875" b="1">
                <a:solidFill>
                  <a:srgbClr val="0F766E"/>
                </a:solidFill>
                <a:latin typeface="Arial"/>
                <a:ea typeface="Arial"/>
                <a:cs typeface="Arial"/>
              </a:defRPr>
            </a:lvl8pPr>
            <a:lvl9pPr algn="l">
              <a:defRPr sz="1875" b="1">
                <a:solidFill>
                  <a:srgbClr val="0F766E"/>
                </a:solidFill>
                <a:latin typeface="Arial"/>
                <a:ea typeface="Arial"/>
                <a:cs typeface="Arial"/>
              </a:defRPr>
            </a:lvl9pPr>
          </a:lstStyle>
          <a:p xmlns:a="http://schemas.openxmlformats.org/drawingml/2006/main">
            <a:pPr algn="l">
              <a:defRPr sz="1875" b="1">
                <a:solidFill>
                  <a:srgbClr val="0F766E"/>
                </a:solidFill>
                <a:latin typeface="Arial"/>
                <a:ea typeface="Arial"/>
                <a:cs typeface="Arial"/>
              </a:defRPr>
            </a:pPr>
            <a:r>
              <a:rPr sz="1875" b="1">
                <a:solidFill>
                  <a:srgbClr val="0F766E"/>
                </a:solidFill>
                <a:latin typeface="Arial"/>
                <a:ea typeface="Arial"/>
                <a:cs typeface="Arial"/>
              </a:rPr>
              <a:t>Our contribution: applicable evidence, precise clarification and correction impact in one working review journey</a:t>
            </a:r>
          </a:p>
        </p:txBody>
      </p:sp>
      <p:sp>
        <p:nvSpPr>
          <p:cNvPr id="17425" name="research-boundary">
            <a:extLst xmlns:a="http://schemas.openxmlformats.org/drawingml/2006/main">
              <a:ext uri="{FF2B5EF4-FFF2-40B4-BE49-F238E27FC236}">
                <a16:creationId xmlns:a16="http://schemas.microsoft.com/office/drawing/2014/main" id="{CFCEE00E-D615-4904-BFBE-D0C8F302AD07}"/>
              </a:ext>
            </a:extLst>
          </p:cNvPr>
          <p:cNvSpPr>
            <a:spLocks xmlns:a="http://schemas.openxmlformats.org/drawingml/2006/main" noGrp="1"/>
          </p:cNvSpPr>
          <p:nvPr/>
        </p:nvSpPr>
        <p:spPr>
          <a:xfrm xmlns:a="http://schemas.openxmlformats.org/drawingml/2006/main">
            <a:off x="457200" y="6000750"/>
            <a:ext cx="1123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176"/>
                </a:solidFill>
                <a:latin typeface="Arial"/>
                <a:ea typeface="Arial"/>
                <a:cs typeface="Arial"/>
              </a:defRPr>
            </a:defPPr>
            <a:lvl1pPr algn="l">
              <a:defRPr sz="1275" b="0">
                <a:solidFill>
                  <a:srgbClr val="526176"/>
                </a:solidFill>
                <a:latin typeface="Arial"/>
                <a:ea typeface="Arial"/>
                <a:cs typeface="Arial"/>
              </a:defRPr>
            </a:lvl1pPr>
            <a:lvl2pPr algn="l">
              <a:defRPr sz="1275" b="0">
                <a:solidFill>
                  <a:srgbClr val="526176"/>
                </a:solidFill>
                <a:latin typeface="Arial"/>
                <a:ea typeface="Arial"/>
                <a:cs typeface="Arial"/>
              </a:defRPr>
            </a:lvl2pPr>
            <a:lvl3pPr algn="l">
              <a:defRPr sz="1275" b="0">
                <a:solidFill>
                  <a:srgbClr val="526176"/>
                </a:solidFill>
                <a:latin typeface="Arial"/>
                <a:ea typeface="Arial"/>
                <a:cs typeface="Arial"/>
              </a:defRPr>
            </a:lvl3pPr>
            <a:lvl4pPr algn="l">
              <a:defRPr sz="1275" b="0">
                <a:solidFill>
                  <a:srgbClr val="526176"/>
                </a:solidFill>
                <a:latin typeface="Arial"/>
                <a:ea typeface="Arial"/>
                <a:cs typeface="Arial"/>
              </a:defRPr>
            </a:lvl4pPr>
            <a:lvl5pPr algn="l">
              <a:defRPr sz="1275" b="0">
                <a:solidFill>
                  <a:srgbClr val="526176"/>
                </a:solidFill>
                <a:latin typeface="Arial"/>
                <a:ea typeface="Arial"/>
                <a:cs typeface="Arial"/>
              </a:defRPr>
            </a:lvl5pPr>
            <a:lvl6pPr algn="l">
              <a:defRPr sz="1275" b="0">
                <a:solidFill>
                  <a:srgbClr val="526176"/>
                </a:solidFill>
                <a:latin typeface="Arial"/>
                <a:ea typeface="Arial"/>
                <a:cs typeface="Arial"/>
              </a:defRPr>
            </a:lvl6pPr>
            <a:lvl7pPr algn="l">
              <a:defRPr sz="1275" b="0">
                <a:solidFill>
                  <a:srgbClr val="526176"/>
                </a:solidFill>
                <a:latin typeface="Arial"/>
                <a:ea typeface="Arial"/>
                <a:cs typeface="Arial"/>
              </a:defRPr>
            </a:lvl7pPr>
            <a:lvl8pPr algn="l">
              <a:defRPr sz="1275" b="0">
                <a:solidFill>
                  <a:srgbClr val="526176"/>
                </a:solidFill>
                <a:latin typeface="Arial"/>
                <a:ea typeface="Arial"/>
                <a:cs typeface="Arial"/>
              </a:defRPr>
            </a:lvl8pPr>
            <a:lvl9pPr algn="l">
              <a:defRPr sz="1275" b="0">
                <a:solidFill>
                  <a:srgbClr val="526176"/>
                </a:solidFill>
                <a:latin typeface="Arial"/>
                <a:ea typeface="Arial"/>
                <a:cs typeface="Arial"/>
              </a:defRPr>
            </a:lvl9pPr>
          </a:lstStyle>
          <a:p xmlns:a="http://schemas.openxmlformats.org/drawingml/2006/main">
            <a:pPr algn="l">
              <a:defRPr sz="1275" b="0">
                <a:solidFill>
                  <a:srgbClr val="526176"/>
                </a:solidFill>
                <a:latin typeface="Arial"/>
                <a:ea typeface="Arial"/>
                <a:cs typeface="Arial"/>
              </a:defRPr>
            </a:pPr>
            <a:r>
              <a:rPr sz="1275" b="0">
                <a:solidFill>
                  <a:srgbClr val="526176"/>
                </a:solidFill>
                <a:latin typeface="Arial"/>
                <a:ea typeface="Arial"/>
                <a:cs typeface="Arial"/>
              </a:rPr>
              <a:t>Public research identifies an implementation opportunity. It does not establish worldwide novelty.</a:t>
            </a: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t/>
            </a:r>
            <a:endParaRPr/>
          </a:p>
        </p:txBody>
      </p:sp>
      <p:sp>
        <p:nvSpPr>
          <p:cNvPr id="17410" name="registered-team-mark">
            <a:extLst xmlns:a="http://schemas.openxmlformats.org/drawingml/2006/main">
              <a:ext uri="{FF2B5EF4-FFF2-40B4-BE49-F238E27FC236}">
                <a16:creationId xmlns:a16="http://schemas.microsoft.com/office/drawing/2014/main" id="{9A893DBC-96FA-464C-A354-4DAAB54231FE}"/>
              </a:ext>
            </a:extLst>
          </p:cNvPr>
          <p:cNvSpPr>
            <a:spLocks xmlns:a="http://schemas.openxmlformats.org/drawingml/2006/main" noGrp="1"/>
          </p:cNvSpPr>
          <p:nvPr/>
        </p:nvSpPr>
        <p:spPr>
          <a:xfrm xmlns:a="http://schemas.openxmlformats.org/drawingml/2006/main">
            <a:off x="381000" y="457200"/>
            <a:ext cx="1152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5" b="1">
                <a:solidFill>
                  <a:srgbClr val="14243B"/>
                </a:solidFill>
                <a:latin typeface="Arial"/>
                <a:ea typeface="Arial"/>
                <a:cs typeface="Arial"/>
              </a:defRPr>
            </a:defPPr>
            <a:lvl1pPr algn="ctr">
              <a:defRPr sz="1125" b="1">
                <a:solidFill>
                  <a:srgbClr val="14243B"/>
                </a:solidFill>
                <a:latin typeface="Arial"/>
                <a:ea typeface="Arial"/>
                <a:cs typeface="Arial"/>
              </a:defRPr>
            </a:lvl1pPr>
            <a:lvl2pPr algn="ctr">
              <a:defRPr sz="1125" b="1">
                <a:solidFill>
                  <a:srgbClr val="14243B"/>
                </a:solidFill>
                <a:latin typeface="Arial"/>
                <a:ea typeface="Arial"/>
                <a:cs typeface="Arial"/>
              </a:defRPr>
            </a:lvl2pPr>
            <a:lvl3pPr algn="ctr">
              <a:defRPr sz="1125" b="1">
                <a:solidFill>
                  <a:srgbClr val="14243B"/>
                </a:solidFill>
                <a:latin typeface="Arial"/>
                <a:ea typeface="Arial"/>
                <a:cs typeface="Arial"/>
              </a:defRPr>
            </a:lvl3pPr>
            <a:lvl4pPr algn="ctr">
              <a:defRPr sz="1125" b="1">
                <a:solidFill>
                  <a:srgbClr val="14243B"/>
                </a:solidFill>
                <a:latin typeface="Arial"/>
                <a:ea typeface="Arial"/>
                <a:cs typeface="Arial"/>
              </a:defRPr>
            </a:lvl4pPr>
            <a:lvl5pPr algn="ctr">
              <a:defRPr sz="1125" b="1">
                <a:solidFill>
                  <a:srgbClr val="14243B"/>
                </a:solidFill>
                <a:latin typeface="Arial"/>
                <a:ea typeface="Arial"/>
                <a:cs typeface="Arial"/>
              </a:defRPr>
            </a:lvl5pPr>
            <a:lvl6pPr algn="ctr">
              <a:defRPr sz="1125" b="1">
                <a:solidFill>
                  <a:srgbClr val="14243B"/>
                </a:solidFill>
                <a:latin typeface="Arial"/>
                <a:ea typeface="Arial"/>
                <a:cs typeface="Arial"/>
              </a:defRPr>
            </a:lvl6pPr>
            <a:lvl7pPr algn="ctr">
              <a:defRPr sz="1125" b="1">
                <a:solidFill>
                  <a:srgbClr val="14243B"/>
                </a:solidFill>
                <a:latin typeface="Arial"/>
                <a:ea typeface="Arial"/>
                <a:cs typeface="Arial"/>
              </a:defRPr>
            </a:lvl7pPr>
            <a:lvl8pPr algn="ctr">
              <a:defRPr sz="1125" b="1">
                <a:solidFill>
                  <a:srgbClr val="14243B"/>
                </a:solidFill>
                <a:latin typeface="Arial"/>
                <a:ea typeface="Arial"/>
                <a:cs typeface="Arial"/>
              </a:defRPr>
            </a:lvl8pPr>
            <a:lvl9pPr algn="ctr">
              <a:defRPr sz="1125" b="1">
                <a:solidFill>
                  <a:srgbClr val="14243B"/>
                </a:solidFill>
                <a:latin typeface="Arial"/>
                <a:ea typeface="Arial"/>
                <a:cs typeface="Arial"/>
              </a:defRPr>
            </a:lvl9pPr>
          </a:lstStyle>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CELESTIAL_</a:t>
            </a:r>
          </a:p>
          <a:p xmlns:a="http://schemas.openxmlformats.org/drawingml/2006/main">
            <a:pPr algn="ctr">
              <a:defRPr sz="1125" b="1">
                <a:solidFill>
                  <a:srgbClr val="14243B"/>
                </a:solidFill>
                <a:latin typeface="Arial"/>
                <a:ea typeface="Arial"/>
                <a:cs typeface="Arial"/>
              </a:defRPr>
            </a:pPr>
            <a:r>
              <a:rPr sz="1125" b="1">
                <a:solidFill>
                  <a:srgbClr val="14243B"/>
                </a:solidFill>
                <a:latin typeface="Arial"/>
                <a:ea typeface="Arial"/>
                <a:cs typeface="Arial"/>
              </a:rPr>
              <a:t>OUTLAWS</a:t>
            </a:r>
          </a:p>
        </p:txBody>
      </p:sp>
      <p:pic>
        <p:nvPicPr>
          <p:cNvPr id="12" name="Picture 11">
            <a:extLst xmlns:a="http://schemas.openxmlformats.org/drawingml/2006/main">
              <a:ext uri="{FF2B5EF4-FFF2-40B4-BE49-F238E27FC236}">
                <a16:creationId xmlns:a16="http://schemas.microsoft.com/office/drawing/2014/main" id="{C9AF85C1-F691-4094-924A-DB8ECBBC4949}"/>
              </a:ext>
            </a:extLst>
          </p:cNvPr>
          <p:cNvPicPr>
            <a:picLocks xmlns:a="http://schemas.openxmlformats.org/drawingml/2006/main" noChangeAspect="1"/>
          </p:cNvPicPr>
          <p:nvPr/>
        </p:nvPicPr>
        <p:blipFill>
          <a:blip xmlns:r="http://schemas.openxmlformats.org/officeDocument/2006/relationships" xmlns:a="http://schemas.openxmlformats.org/drawingml/2006/main" r:embed="Rbd8aade5e42c425d"/>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2026-10-27T17:48:01.0680000Z</dcterms:created>
  <dcterms:modified xsi:type="dcterms:W3CDTF">2026-10-27T17:48:01.0680000Z</dcterms:modified>
</coreProperties>
</file>