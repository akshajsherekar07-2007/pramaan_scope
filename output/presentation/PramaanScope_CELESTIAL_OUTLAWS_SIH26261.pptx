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b3736a6e94be3" /><Relationship Type="http://schemas.openxmlformats.org/officeDocument/2006/relationships/extended-properties" Target="/docProps/app.xml" Id="R38ed00231f7945f0" /><Relationship Type="http://schemas.openxmlformats.org/officeDocument/2006/relationships/officeDocument" Target="/ppt/presentation.xml" Id="Rda5ecaf1719045a2" /></Relationships>
</file>

<file path=ppt/presentation.xml><?xml version="1.0" encoding="utf-8"?>
<p:presentation xmlns:p="http://schemas.openxmlformats.org/presentationml/2006/main">
  <p:sldMasterIdLst>
    <p:sldMasterId xmlns:r="http://schemas.openxmlformats.org/officeDocument/2006/relationships" id="2147483648" r:id="Rfb9bd0cbfb4f4b66"/>
  </p:sldMasterIdLst>
  <p:notesMasterIdLst>
    <p:notesMasterId xmlns:r="http://schemas.openxmlformats.org/officeDocument/2006/relationships" r:id="Rfe796579c5184a2f"/>
  </p:notesMasterIdLst>
  <p:sldIdLst>
    <p:sldId xmlns:r="http://schemas.openxmlformats.org/officeDocument/2006/relationships" id="256" r:id="R6b390881efc3475f"/>
    <p:sldId xmlns:r="http://schemas.openxmlformats.org/officeDocument/2006/relationships" id="257" r:id="R220561fa1d9b4496"/>
    <p:sldId xmlns:r="http://schemas.openxmlformats.org/officeDocument/2006/relationships" id="258" r:id="R22051ab585304855"/>
    <p:sldId xmlns:r="http://schemas.openxmlformats.org/officeDocument/2006/relationships" id="259" r:id="R438f88b58d174b6d"/>
    <p:sldId xmlns:r="http://schemas.openxmlformats.org/officeDocument/2006/relationships" id="260" r:id="R4b642736ff3d47fc"/>
    <p:sldId xmlns:r="http://schemas.openxmlformats.org/officeDocument/2006/relationships" id="261" r:id="Re23e5a8f9e894263"/>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e7c6004dd164400" /><Relationship Type="http://schemas.openxmlformats.org/officeDocument/2006/relationships/slideMaster" Target="/ppt/slideMasters/slideMaster1.xml" Id="Rfb9bd0cbfb4f4b66" /><Relationship Type="http://schemas.openxmlformats.org/officeDocument/2006/relationships/notesMaster" Target="/ppt/notesMasters/notesMaster1.xml" Id="Rfe796579c5184a2f" /><Relationship Type="http://schemas.openxmlformats.org/officeDocument/2006/relationships/presProps" Target="/ppt/presProps.xml" Id="Raa78db4d2caa4236" /><Relationship Type="http://schemas.openxmlformats.org/officeDocument/2006/relationships/viewProps" Target="/ppt/viewProps.xml" Id="R2c167af979e84b8b" /><Relationship Type="http://schemas.openxmlformats.org/officeDocument/2006/relationships/tableStyles" Target="/ppt/tableStyles.xml" Id="R56a85fe8ca5c407e" /><Relationship Type="http://schemas.openxmlformats.org/officeDocument/2006/relationships/slide" Target="/ppt/slides/slide1.xml" Id="R6b390881efc3475f" /><Relationship Type="http://schemas.openxmlformats.org/officeDocument/2006/relationships/slide" Target="/ppt/slides/slide2.xml" Id="R220561fa1d9b4496" /><Relationship Type="http://schemas.openxmlformats.org/officeDocument/2006/relationships/slide" Target="/ppt/slides/slide3.xml" Id="R22051ab585304855" /><Relationship Type="http://schemas.openxmlformats.org/officeDocument/2006/relationships/slide" Target="/ppt/slides/slide4.xml" Id="R438f88b58d174b6d" /><Relationship Type="http://schemas.openxmlformats.org/officeDocument/2006/relationships/slide" Target="/ppt/slides/slide5.xml" Id="R4b642736ff3d47fc" /><Relationship Type="http://schemas.openxmlformats.org/officeDocument/2006/relationships/slide" Target="/ppt/slides/slide6.xml" Id="Re23e5a8f9e8942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6c4a5930344d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204e14133a4264" /><Relationship Type="http://schemas.openxmlformats.org/officeDocument/2006/relationships/notesMaster" Target="/ppt/notesMasters/notesMaster1.xml" Id="R6302075b2b954e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fbb0c0aa2a4281" /><Relationship Type="http://schemas.openxmlformats.org/officeDocument/2006/relationships/notesMaster" Target="/ppt/notesMasters/notesMaster1.xml" Id="Rac7536e058864f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3a01931e64764" /><Relationship Type="http://schemas.openxmlformats.org/officeDocument/2006/relationships/notesMaster" Target="/ppt/notesMasters/notesMaster1.xml" Id="Rd96c0f91ab0348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941e42b92145b0" /><Relationship Type="http://schemas.openxmlformats.org/officeDocument/2006/relationships/notesMaster" Target="/ppt/notesMasters/notesMaster1.xml" Id="Rde50810abc1d40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b8b61f79e047e2" /><Relationship Type="http://schemas.openxmlformats.org/officeDocument/2006/relationships/notesMaster" Target="/ppt/notesMasters/notesMaster1.xml" Id="R95c5a9eb825d47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e6e498085a463e" /><Relationship Type="http://schemas.openxmlformats.org/officeDocument/2006/relationships/notesMaster" Target="/ppt/notesMasters/notesMaster1.xml" Id="R0ba69fbf7e84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PramaanScope is a working local prototype for SIH26261. Registered team name and leader supplied by the user. Team ID intentionally left blank at the user's request. Theme is taken from the reproduced problem listing and requires confirmation against the registered portal record. Problem-title source: user-supplied problem-list image. Detailed brief reproduction: https://zaidsayyed.in/tools/sih-problem-statements/sih26261 . The prototype uses synthetic institution records and a demonstration checklist. All statutory decisions remain with competent authorities.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Core example: the synthetic application is for Campus A while certificate version 1 names Campus B. That is a scope discrepancy, not proof of forgery. The working feature set includes a requirement-evidence matrix, original page rendering, clarification requests, candidate replacement, impact preview, fingerprint-bound reviews and retained history. Source: current server/rules.ts, server/store.ts and client/App.tsx. Illustration generated using the built-in image generation tool and does not depict actual institutions. Design foundation: W3C credential verification is distinct from reliance on claims under a verifier's policy: https://www.w3.org/TR/vc-data-model/ . Worldwide novelty is not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five methodology stages are native editable diagram objects. The screenshot is captured from the actual synthetic application. The sample screen shows 5 findings affected, 1 prior review action and 7 unchanged findings. Counts vary with the registered dependencies and review actions. The prototype reruns all twelve rule functions; dependencies drive the impact set and review validity, not selective rule scheduling. PDF text extraction is server-side. Image OCR runs in the browser with bundled Tesseract English assets and is labeled client-produced, unreviewed extraction. Native PDF inputs are limited to ten pages and uploads to 10 MB. Source: package.json, client/ocr.ts, server/documents.ts, server/rules.ts, server/store.ts and shared/types.ts.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Executed evidence: npm run build succeeded, 40 API/rule tests passed, and the latest protected Playwright correction journey passed. submission/evaluation-results.json records twelve deterministic synthetic PDF cases with expected versus observed outcomes. These are not representative accuracy or officer time-saving estimates. The seed institution and checklist are synthetic. The current protected mode enforces local accounts, sessions, CSRF and application-scoped access but does not implement full production identity lifecycle or multi-tenancy. Feasibility rests on an implemented local workflow. Pilot work includes domain-approved rules, representative extraction, approved issuer access and supported cryptographic signature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are hypotheses to validate through a pilot, not measured deployment outcomes. The implemented mechanisms are: calculated impact set, precise clarification, controlled candidate activation, preserved versions and reviews, and independent source status remaining unresolved in simulated fixtures. Proposed evaluation compares the same packets under a manual baseline, extraction-only baseline and full PramaanScope workflow. Measure reviewer time, missed affected findings, false discrepancy alerts and unsupported acceptance separately. No percentage savings, national reach, environmental reduction or guaranteed SIH selection is claimed. The generated illustration is conceptual and does not depict real officials or a real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Research is desk research using publisher/government documentation, not a head-to-head vendor benchmark or AICTE officer interview. AICTE handbook announcement: https://www.pib.gov.in/PressReleasePage.aspx?PRID=1983013&amp;lang=2&amp;reg=48 . Instabase: https://docs.instabase.com/automate/validating-packets . Diligent: https://help.diligentoneplatform.com/helpdocs/d1p/en-us/Content/evidence_hub/tasks/respond-to-and-submit-evidence.htm . Kloom: https://kloom.ai/continuous-due-diligence-kyc/ . Entity Locker: https://www.pib.gov.in/PressReleaseIframePage.aspx?PRID=2094574&amp;lang=2&amp;reg=3 . The closest conceptual prior art is evidence-triggered re-evaluation. Our distinction is the actual institutional applicability and permitted-correction implementation. A configurable enterprise platform could support similar behavior. The detailed PS reproduction remains provisional pending the full official brief: https://zaidsayyed.in/tools/sih-problem-statements/sih26261 . Additional foundations: W3C PROV https://www.w3.org/ns/prov and CCA signature verification https://www.cca.gov.in/index.php/signature_verification.html . Do not infer a missing competitor feature from a missing public description.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a3bb2d9d374b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f63b36328848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c4af3b05d743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7ed906673145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fc3a7a83564b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eb5e0799844eb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dbefcff4dd4bc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aa9a9b570934fb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c315d316c2642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64ed59e6dad4c3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0bec09631e542c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922CEC-1F3F-45C4-BCB7-6425071ADE9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A0B443F-FBD9-4A9E-8D8C-7460168E2C83}"/>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1904EAD-CD4C-45B7-823B-892B483E65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B517154-E93D-4C81-B18E-23F638F84B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E708EF1-0CCF-4B04-A29E-E5AA679062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42D50-F203-4AF8-B1E1-F37128BADA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94C96C0-DC04-427F-B5F0-F616687B385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9E1596A-36E6-4F17-BD45-09B2CF0B69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961E1277-BE98-40AC-99CA-7EF0126921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9819094-22AA-457A-A8BF-0B7617D2BE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D8D9D6-B6B9-429D-87E5-0FC95F6940E9}"/>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EEEA1C4-C88F-4479-86ED-9FE4A820437B}"/>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694D18F-BF75-4C99-8902-8AB8FE3924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F274FA06-CCC6-46FE-B0D8-C5568F5DDA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5784001-D658-4FC8-A6A6-580835CAB8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A25685-E59C-46C7-BA37-3112323AF2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106F709-AD8E-4FC6-9683-86661C6DF08E}"/>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16DE402-6629-4506-8DF1-81C305FAA098}"/>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8258ECA-77F1-45D1-A328-4AC6AF5C98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F7730D17-62C0-4614-80F0-A4F878BB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52CA882-BFB4-4C4A-B478-B71AEA3AA6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2D2647-5CF4-462A-993B-AB5E5DE5E0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A234D25-C233-48F3-8FB7-E187DF6251DB}"/>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96FD05C-E672-4EC1-BEB0-62E0D5931848}"/>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0C44EEC-E1EC-4037-ACE4-6D541AD00D39}"/>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FACD3B4-D99A-41AA-87C2-1BAA18E90B44}"/>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56968093-2809-48D5-A49F-83B35E5642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C55E301D-7EAE-497D-840B-0350E1DF2D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1A1346C-5A8C-45B4-A900-0E00E34C75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EA240D-ACDA-4DC6-AB61-D001462160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4A70595-8B11-4AA0-9FFC-43927E7F59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110F413-54AF-4B6C-A789-DB0D458D2D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B10C363-1121-491F-8E90-6E63CCA1D5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75962A30-9AE8-4AAA-AB8E-DF707C1ECD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C59E1C13-E655-4366-9753-9614548AA7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87D9B10D-EAC1-40D1-8ED3-B7FF06E635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7496F7-D1DE-43F4-B314-B3367E8081C2}"/>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CED8FBC-E9CF-46FC-B606-8B5446A1C3FF}"/>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2DB3337-FB0E-4684-81F5-C0E8C0ABF328}"/>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7378D0EE-ED54-4A05-978E-C9052098E3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2537DA1-CE5B-4E85-A177-5B29559881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A9033E86-EE5D-48A0-9C85-E1E2C2F286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9AF804-25AB-4A56-811F-E22D790BA392}"/>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E3B7034-E8F1-4513-ACA0-738F8E873636}"/>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98B2490C-0F35-4A69-8776-08058A648C0B}"/>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B826FC9-4ACE-4D9F-BD9C-16F88FDA7A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D71C2C86-4264-45BD-9DF0-C30410A019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85C7FBE-EE42-4BC8-915F-34B4CC264A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B19547-5DCC-4E73-B396-33E826B679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4BB6127-151D-4C19-A25A-4161ADE2E2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C74856D-DBB9-4465-98C4-33025EF3C5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38684A58-6C83-4504-8B3D-88EAAB12A6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77314B3-3076-4DFA-A1FB-7D9452C99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CC6193E-C6CF-40EC-A37A-E979BB48216D}"/>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0E45B1A-FB3F-4E91-96CB-719E664508E6}"/>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AF072C3-8913-4420-B2BE-3AD1010BC2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C5521F8E-CFC0-4C74-8653-50647CDB73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CDBE618-20E1-459C-93CC-9E0AF7277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2a2d53acc54791" /><Relationship Type="http://schemas.openxmlformats.org/officeDocument/2006/relationships/slideLayout" Target="/ppt/slideLayouts/slideLayout1.xml" Id="R01cee33289ec4da8" /><Relationship Type="http://schemas.openxmlformats.org/officeDocument/2006/relationships/slideLayout" Target="/ppt/slideLayouts/slideLayout2.xml" Id="Rbc199fe3d73740b8" /><Relationship Type="http://schemas.openxmlformats.org/officeDocument/2006/relationships/slideLayout" Target="/ppt/slideLayouts/slideLayout3.xml" Id="Rb0b486affcfe404d" /><Relationship Type="http://schemas.openxmlformats.org/officeDocument/2006/relationships/slideLayout" Target="/ppt/slideLayouts/slideLayout4.xml" Id="R5e0a54932d6f4f4f" /><Relationship Type="http://schemas.openxmlformats.org/officeDocument/2006/relationships/slideLayout" Target="/ppt/slideLayouts/slideLayout5.xml" Id="Rd1f1d6f1c6ef44b9" /><Relationship Type="http://schemas.openxmlformats.org/officeDocument/2006/relationships/slideLayout" Target="/ppt/slideLayouts/slideLayout6.xml" Id="R7e8e2c03fa9e47a3" /><Relationship Type="http://schemas.openxmlformats.org/officeDocument/2006/relationships/slideLayout" Target="/ppt/slideLayouts/slideLayout7.xml" Id="Rc52bb67d60d04d6b" /><Relationship Type="http://schemas.openxmlformats.org/officeDocument/2006/relationships/slideLayout" Target="/ppt/slideLayouts/slideLayout8.xml" Id="Rb3ce702d6b214ad4" /><Relationship Type="http://schemas.openxmlformats.org/officeDocument/2006/relationships/slideLayout" Target="/ppt/slideLayouts/slideLayout9.xml" Id="R12e712ccb6284f96" /><Relationship Type="http://schemas.openxmlformats.org/officeDocument/2006/relationships/slideLayout" Target="/ppt/slideLayouts/slideLayout10.xml" Id="R3b0d3002fed2453c" /><Relationship Type="http://schemas.openxmlformats.org/officeDocument/2006/relationships/slideLayout" Target="/ppt/slideLayouts/slideLayout11.xml" Id="R2528d747321e402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EF53042F-E97D-41C2-A2C0-3711D09D9536}"/>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892AA69A-B195-42A3-87E7-116479C79295}"/>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9F9AD41-9F0F-4542-BEC7-EA492FB0A382}"/>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758A211B-0691-4275-B3BC-F46664652F7E}"/>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DFA00D0-661C-4D7A-9351-6E14B4D9565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ee33289ec4da8"/>
    <p:sldLayoutId xmlns:r="http://schemas.openxmlformats.org/officeDocument/2006/relationships" id="2147483650" r:id="Rbc199fe3d73740b8"/>
    <p:sldLayoutId xmlns:r="http://schemas.openxmlformats.org/officeDocument/2006/relationships" id="2147483651" r:id="Rb0b486affcfe404d"/>
    <p:sldLayoutId xmlns:r="http://schemas.openxmlformats.org/officeDocument/2006/relationships" id="2147483652" r:id="R5e0a54932d6f4f4f"/>
    <p:sldLayoutId xmlns:r="http://schemas.openxmlformats.org/officeDocument/2006/relationships" id="2147483653" r:id="Rd1f1d6f1c6ef44b9"/>
    <p:sldLayoutId xmlns:r="http://schemas.openxmlformats.org/officeDocument/2006/relationships" id="2147483654" r:id="R7e8e2c03fa9e47a3"/>
    <p:sldLayoutId xmlns:r="http://schemas.openxmlformats.org/officeDocument/2006/relationships" id="2147483655" r:id="Rc52bb67d60d04d6b"/>
    <p:sldLayoutId xmlns:r="http://schemas.openxmlformats.org/officeDocument/2006/relationships" id="2147483656" r:id="Rb3ce702d6b214ad4"/>
    <p:sldLayoutId xmlns:r="http://schemas.openxmlformats.org/officeDocument/2006/relationships" id="2147483657" r:id="R12e712ccb6284f96"/>
    <p:sldLayoutId xmlns:r="http://schemas.openxmlformats.org/officeDocument/2006/relationships" id="2147483658" r:id="R3b0d3002fed2453c"/>
    <p:sldLayoutId xmlns:r="http://schemas.openxmlformats.org/officeDocument/2006/relationships" id="2147483659" r:id="R2528d747321e4022"/>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13588f74c84046" /><Relationship Type="http://schemas.openxmlformats.org/officeDocument/2006/relationships/image" Target="/ppt/media/image.png" Id="R9696520b29ee4b03" /><Relationship Type="http://schemas.openxmlformats.org/officeDocument/2006/relationships/image" Target="/ppt/media/image2.png" Id="R57edb9065ab94b13" /><Relationship Type="http://schemas.openxmlformats.org/officeDocument/2006/relationships/notesSlide" Target="/ppt/notesSlides/notesSlide1.xml" Id="Rbc8365eee09a41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09ea3e3ee5b40fc" /><Relationship Type="http://schemas.openxmlformats.org/officeDocument/2006/relationships/image" Target="/ppt/media/image2.png" Id="R4c28695e09894e5b" /><Relationship Type="http://schemas.openxmlformats.org/officeDocument/2006/relationships/image" Target="/ppt/media/image3.png" Id="R14517b458ee74cc2" /><Relationship Type="http://schemas.openxmlformats.org/officeDocument/2006/relationships/notesSlide" Target="/ppt/notesSlides/notesSlide2.xml" Id="Ra17b2eef915941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f42dd6344114792" /><Relationship Type="http://schemas.openxmlformats.org/officeDocument/2006/relationships/image" Target="/ppt/media/image2.png" Id="R92d4ecda40ca4cd8" /><Relationship Type="http://schemas.openxmlformats.org/officeDocument/2006/relationships/image" Target="/ppt/media/image4.png" Id="R5d3715f684514e3a" /><Relationship Type="http://schemas.openxmlformats.org/officeDocument/2006/relationships/notesSlide" Target="/ppt/notesSlides/notesSlide3.xml" Id="Re2164690252c47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f66283a197b4eb4" /><Relationship Type="http://schemas.openxmlformats.org/officeDocument/2006/relationships/image" Target="/ppt/media/image2.png" Id="R160df9ebfdf449e1" /><Relationship Type="http://schemas.openxmlformats.org/officeDocument/2006/relationships/notesSlide" Target="/ppt/notesSlides/notesSlide4.xml" Id="R8ae713a9bd8443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164a134e0ed4ede" /><Relationship Type="http://schemas.openxmlformats.org/officeDocument/2006/relationships/image" Target="/ppt/media/image2.png" Id="R0f820e0e16cf4714" /><Relationship Type="http://schemas.openxmlformats.org/officeDocument/2006/relationships/image" Target="/ppt/media/image5.png" Id="R57a9336cbf3d4816" /><Relationship Type="http://schemas.openxmlformats.org/officeDocument/2006/relationships/notesSlide" Target="/ppt/notesSlides/notesSlide5.xml" Id="Rf3678f21e5d541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5bff2260e874c5e" /><Relationship Type="http://schemas.openxmlformats.org/officeDocument/2006/relationships/image" Target="/ppt/media/image2.png" Id="Raf3bdf2ab20c461a" /><Relationship Type="http://schemas.openxmlformats.org/officeDocument/2006/relationships/hyperlink" Target="https://www.pib.gov.in/PressReleasePage.aspx?PRID=1983013&amp;lang=2&amp;reg=48" TargetMode="External" Id="R05f35850d93244f8" /><Relationship Type="http://schemas.openxmlformats.org/officeDocument/2006/relationships/hyperlink" Target="https://docs.instabase.com/automate/validating-packets" TargetMode="External" Id="R5a950db864924864" /><Relationship Type="http://schemas.openxmlformats.org/officeDocument/2006/relationships/hyperlink" Target="https://help.diligentoneplatform.com/helpdocs/d1p/en-us/Content/evidence_hub/tasks/respond-to-and-submit-evidence.htm" TargetMode="External" Id="R3937b4e68df34164" /><Relationship Type="http://schemas.openxmlformats.org/officeDocument/2006/relationships/hyperlink" Target="https://kloom.ai/continuous-due-diligence-kyc/" TargetMode="External" Id="Ref9ad18c42f049ed" /><Relationship Type="http://schemas.openxmlformats.org/officeDocument/2006/relationships/hyperlink" Target="https://www.pib.gov.in/PressReleaseIframePage.aspx?PRID=2094574&amp;lang=2&amp;reg=3" TargetMode="External" Id="Rd361073c1c5b46e0" /><Relationship Type="http://schemas.openxmlformats.org/officeDocument/2006/relationships/notesSlide" Target="/ppt/notesSlides/notesSlide6.xml" Id="R9381c0c3f0b24182"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 name="Picture 4">
            <a:extLst xmlns:a="http://schemas.openxmlformats.org/drawingml/2006/main">
              <a:ext uri="{FF2B5EF4-FFF2-40B4-BE49-F238E27FC236}">
                <a16:creationId xmlns:a16="http://schemas.microsoft.com/office/drawing/2014/main" id="{E958A9CA-506B-4B52-A19F-15E0B2484E9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96520b29ee4b03"/>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CE481976-6212-4AB6-8C54-F4D949A9767B}"/>
              </a:ext>
            </a:extLst>
          </p:cNvPr>
          <p:cNvSpPr>
            <a:spLocks xmlns:a="http://schemas.openxmlformats.org/drawingml/2006/main" noGrp="1"/>
          </p:cNvSpPr>
          <p:nvPr>
            <p:ph type="ctrTitle" idx="0"/>
          </p:nvPr>
        </p:nvSpPr>
        <p:spPr>
          <a:xfrm xmlns:a="http://schemas.openxmlformats.org/drawingml/2006/main">
            <a:off x="333375" y="114300"/>
            <a:ext cx="9286875" cy="714375"/>
          </a:xfrm>
        </p:spPr>
        <p:txBody>
          <a:bodyPr xmlns:a="http://schemas.openxmlformats.org/drawingml/2006/main" wrap="square" lIns="0" tIns="0" rIns="0" bIns="0" anchor="t">
            <a:noAutofit/>
          </a:bodyPr>
          <a:lstStyle xmlns:a="http://schemas.openxmlformats.org/drawingml/2006/main">
            <a:defPPr algn="ctr">
              <a:defRPr sz="3600" b="1">
                <a:solidFill>
                  <a:srgbClr val="1F497D"/>
                </a:solidFill>
                <a:latin typeface="Garamond"/>
                <a:ea typeface="Garamond"/>
                <a:cs typeface="Garamond"/>
              </a:defRPr>
            </a:defPPr>
            <a:lvl1pPr algn="ctr">
              <a:defRPr sz="3600" b="1">
                <a:solidFill>
                  <a:srgbClr val="1F497D"/>
                </a:solidFill>
                <a:latin typeface="Garamond"/>
                <a:ea typeface="Garamond"/>
                <a:cs typeface="Garamond"/>
              </a:defRPr>
            </a:lvl1pPr>
            <a:lvl2pPr algn="ctr">
              <a:defRPr sz="3600" b="1">
                <a:solidFill>
                  <a:srgbClr val="1F497D"/>
                </a:solidFill>
                <a:latin typeface="Garamond"/>
                <a:ea typeface="Garamond"/>
                <a:cs typeface="Garamond"/>
              </a:defRPr>
            </a:lvl2pPr>
            <a:lvl3pPr algn="ctr">
              <a:defRPr sz="3600" b="1">
                <a:solidFill>
                  <a:srgbClr val="1F497D"/>
                </a:solidFill>
                <a:latin typeface="Garamond"/>
                <a:ea typeface="Garamond"/>
                <a:cs typeface="Garamond"/>
              </a:defRPr>
            </a:lvl3pPr>
            <a:lvl4pPr algn="ctr">
              <a:defRPr sz="3600" b="1">
                <a:solidFill>
                  <a:srgbClr val="1F497D"/>
                </a:solidFill>
                <a:latin typeface="Garamond"/>
                <a:ea typeface="Garamond"/>
                <a:cs typeface="Garamond"/>
              </a:defRPr>
            </a:lvl4pPr>
            <a:lvl5pPr algn="ctr">
              <a:defRPr sz="3600" b="1">
                <a:solidFill>
                  <a:srgbClr val="1F497D"/>
                </a:solidFill>
                <a:latin typeface="Garamond"/>
                <a:ea typeface="Garamond"/>
                <a:cs typeface="Garamond"/>
              </a:defRPr>
            </a:lvl5pPr>
            <a:lvl6pPr algn="ctr">
              <a:defRPr sz="3600" b="1">
                <a:solidFill>
                  <a:srgbClr val="1F497D"/>
                </a:solidFill>
                <a:latin typeface="Garamond"/>
                <a:ea typeface="Garamond"/>
                <a:cs typeface="Garamond"/>
              </a:defRPr>
            </a:lvl6pPr>
            <a:lvl7pPr algn="ctr">
              <a:defRPr sz="3600" b="1">
                <a:solidFill>
                  <a:srgbClr val="1F497D"/>
                </a:solidFill>
                <a:latin typeface="Garamond"/>
                <a:ea typeface="Garamond"/>
                <a:cs typeface="Garamond"/>
              </a:defRPr>
            </a:lvl7pPr>
            <a:lvl8pPr algn="ctr">
              <a:defRPr sz="3600" b="1">
                <a:solidFill>
                  <a:srgbClr val="1F497D"/>
                </a:solidFill>
                <a:latin typeface="Garamond"/>
                <a:ea typeface="Garamond"/>
                <a:cs typeface="Garamond"/>
              </a:defRPr>
            </a:lvl8pPr>
            <a:lvl9pPr algn="ctr">
              <a:defRPr sz="3600" b="1">
                <a:solidFill>
                  <a:srgbClr val="1F497D"/>
                </a:solidFill>
                <a:latin typeface="Garamond"/>
                <a:ea typeface="Garamond"/>
                <a:cs typeface="Garamond"/>
              </a:defRPr>
            </a:lvl9pPr>
          </a:lstStyle>
          <a:p xmlns:a="http://schemas.openxmlformats.org/drawingml/2006/main">
            <a:pPr algn="ctr">
              <a:defRPr sz="3600" b="1">
                <a:solidFill>
                  <a:srgbClr val="1F497D"/>
                </a:solidFill>
                <a:latin typeface="Garamond"/>
                <a:ea typeface="Garamond"/>
                <a:cs typeface="Garamond"/>
              </a:defRPr>
            </a:pPr>
            <a:r>
              <a:rPr sz="3600" b="1">
                <a:solidFill>
                  <a:srgbClr val="1F497D"/>
                </a:solidFill>
                <a:latin typeface="Garamond"/>
                <a:ea typeface="Garamond"/>
                <a:cs typeface="Garamond"/>
              </a:rPr>
              <a:t>SMART INDIA HACKATHON 2026</a:t>
            </a:r>
            <a:endParaRPr sz="4000" b="1">
              <a:solidFill>
                <a:schemeClr val="tx2"/>
              </a:solidFill>
              <a:latin typeface="Garamond"/>
              <a:ea typeface="Garamond"/>
              <a:cs typeface="Garamond"/>
            </a:endParaRPr>
          </a:p>
        </p:txBody>
      </p:sp>
      <p:pic>
        <p:nvPicPr>
          <p:cNvPr id="2" name="Picture 1">
            <a:extLst xmlns:a="http://schemas.openxmlformats.org/drawingml/2006/main">
              <a:ext uri="{FF2B5EF4-FFF2-40B4-BE49-F238E27FC236}">
                <a16:creationId xmlns:a16="http://schemas.microsoft.com/office/drawing/2014/main" id="{D5D81C57-5D85-4E51-BA6D-C43620A34DFD}"/>
              </a:ext>
            </a:extLst>
          </p:cNvPr>
          <p:cNvPicPr>
            <a:picLocks xmlns:a="http://schemas.openxmlformats.org/drawingml/2006/main" noChangeAspect="1"/>
          </p:cNvPicPr>
          <p:nvPr/>
        </p:nvPicPr>
        <p:blipFill>
          <a:blip xmlns:r="http://schemas.openxmlformats.org/officeDocument/2006/relationships" xmlns:a="http://schemas.openxmlformats.org/drawingml/2006/main" r:embed="R57edb9065ab94b1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38" name="product-name">
            <a:extLst xmlns:a="http://schemas.openxmlformats.org/drawingml/2006/main">
              <a:ext uri="{FF2B5EF4-FFF2-40B4-BE49-F238E27FC236}">
                <a16:creationId xmlns:a16="http://schemas.microsoft.com/office/drawing/2014/main" id="{7D208D82-9551-4FDD-8E50-8952BF39DC86}"/>
              </a:ext>
            </a:extLst>
          </p:cNvPr>
          <p:cNvSpPr>
            <a:spLocks xmlns:a="http://schemas.openxmlformats.org/drawingml/2006/main" noGrp="1"/>
          </p:cNvSpPr>
          <p:nvPr/>
        </p:nvSpPr>
        <p:spPr>
          <a:xfrm xmlns:a="http://schemas.openxmlformats.org/drawingml/2006/main">
            <a:off x="419100" y="12001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43B"/>
                </a:solidFill>
                <a:latin typeface="Arial"/>
                <a:ea typeface="Arial"/>
                <a:cs typeface="Arial"/>
              </a:defRPr>
            </a:defPPr>
            <a:lvl1pPr algn="l">
              <a:defRPr sz="5100" b="1">
                <a:solidFill>
                  <a:srgbClr val="14243B"/>
                </a:solidFill>
                <a:latin typeface="Arial"/>
                <a:ea typeface="Arial"/>
                <a:cs typeface="Arial"/>
              </a:defRPr>
            </a:lvl1pPr>
            <a:lvl2pPr algn="l">
              <a:defRPr sz="5100" b="1">
                <a:solidFill>
                  <a:srgbClr val="14243B"/>
                </a:solidFill>
                <a:latin typeface="Arial"/>
                <a:ea typeface="Arial"/>
                <a:cs typeface="Arial"/>
              </a:defRPr>
            </a:lvl2pPr>
            <a:lvl3pPr algn="l">
              <a:defRPr sz="5100" b="1">
                <a:solidFill>
                  <a:srgbClr val="14243B"/>
                </a:solidFill>
                <a:latin typeface="Arial"/>
                <a:ea typeface="Arial"/>
                <a:cs typeface="Arial"/>
              </a:defRPr>
            </a:lvl3pPr>
            <a:lvl4pPr algn="l">
              <a:defRPr sz="5100" b="1">
                <a:solidFill>
                  <a:srgbClr val="14243B"/>
                </a:solidFill>
                <a:latin typeface="Arial"/>
                <a:ea typeface="Arial"/>
                <a:cs typeface="Arial"/>
              </a:defRPr>
            </a:lvl4pPr>
            <a:lvl5pPr algn="l">
              <a:defRPr sz="5100" b="1">
                <a:solidFill>
                  <a:srgbClr val="14243B"/>
                </a:solidFill>
                <a:latin typeface="Arial"/>
                <a:ea typeface="Arial"/>
                <a:cs typeface="Arial"/>
              </a:defRPr>
            </a:lvl5pPr>
            <a:lvl6pPr algn="l">
              <a:defRPr sz="5100" b="1">
                <a:solidFill>
                  <a:srgbClr val="14243B"/>
                </a:solidFill>
                <a:latin typeface="Arial"/>
                <a:ea typeface="Arial"/>
                <a:cs typeface="Arial"/>
              </a:defRPr>
            </a:lvl6pPr>
            <a:lvl7pPr algn="l">
              <a:defRPr sz="5100" b="1">
                <a:solidFill>
                  <a:srgbClr val="14243B"/>
                </a:solidFill>
                <a:latin typeface="Arial"/>
                <a:ea typeface="Arial"/>
                <a:cs typeface="Arial"/>
              </a:defRPr>
            </a:lvl7pPr>
            <a:lvl8pPr algn="l">
              <a:defRPr sz="5100" b="1">
                <a:solidFill>
                  <a:srgbClr val="14243B"/>
                </a:solidFill>
                <a:latin typeface="Arial"/>
                <a:ea typeface="Arial"/>
                <a:cs typeface="Arial"/>
              </a:defRPr>
            </a:lvl8pPr>
            <a:lvl9pPr algn="l">
              <a:defRPr sz="5100" b="1">
                <a:solidFill>
                  <a:srgbClr val="14243B"/>
                </a:solidFill>
                <a:latin typeface="Arial"/>
                <a:ea typeface="Arial"/>
                <a:cs typeface="Arial"/>
              </a:defRPr>
            </a:lvl9pPr>
          </a:lstStyle>
          <a:p xmlns:a="http://schemas.openxmlformats.org/drawingml/2006/main">
            <a:pPr algn="l">
              <a:defRPr sz="5100" b="1">
                <a:solidFill>
                  <a:srgbClr val="14243B"/>
                </a:solidFill>
                <a:latin typeface="Arial"/>
                <a:ea typeface="Arial"/>
                <a:cs typeface="Arial"/>
              </a:defRPr>
            </a:pPr>
            <a:r>
              <a:rPr sz="5100" b="1">
                <a:solidFill>
                  <a:srgbClr val="14243B"/>
                </a:solidFill>
                <a:latin typeface="Arial"/>
                <a:ea typeface="Arial"/>
                <a:cs typeface="Arial"/>
              </a:rPr>
              <a:t>PramaanScope</a:t>
            </a:r>
          </a:p>
        </p:txBody>
      </p:sp>
      <p:sp>
        <p:nvSpPr>
          <p:cNvPr id="39" name="product-description">
            <a:extLst xmlns:a="http://schemas.openxmlformats.org/drawingml/2006/main">
              <a:ext uri="{FF2B5EF4-FFF2-40B4-BE49-F238E27FC236}">
                <a16:creationId xmlns:a16="http://schemas.microsoft.com/office/drawing/2014/main" id="{6C3E38C2-2046-46E2-BE55-7C8E5D23C540}"/>
              </a:ext>
            </a:extLst>
          </p:cNvPr>
          <p:cNvSpPr>
            <a:spLocks xmlns:a="http://schemas.openxmlformats.org/drawingml/2006/main" noGrp="1"/>
          </p:cNvSpPr>
          <p:nvPr/>
        </p:nvSpPr>
        <p:spPr>
          <a:xfrm xmlns:a="http://schemas.openxmlformats.org/drawingml/2006/main">
            <a:off x="457200" y="20288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766E"/>
                </a:solidFill>
                <a:latin typeface="Arial"/>
                <a:ea typeface="Arial"/>
                <a:cs typeface="Arial"/>
              </a:defRPr>
            </a:defPPr>
            <a:lvl1pPr algn="l">
              <a:defRPr sz="2100" b="1">
                <a:solidFill>
                  <a:srgbClr val="0F766E"/>
                </a:solidFill>
                <a:latin typeface="Arial"/>
                <a:ea typeface="Arial"/>
                <a:cs typeface="Arial"/>
              </a:defRPr>
            </a:lvl1pPr>
            <a:lvl2pPr algn="l">
              <a:defRPr sz="2100" b="1">
                <a:solidFill>
                  <a:srgbClr val="0F766E"/>
                </a:solidFill>
                <a:latin typeface="Arial"/>
                <a:ea typeface="Arial"/>
                <a:cs typeface="Arial"/>
              </a:defRPr>
            </a:lvl2pPr>
            <a:lvl3pPr algn="l">
              <a:defRPr sz="2100" b="1">
                <a:solidFill>
                  <a:srgbClr val="0F766E"/>
                </a:solidFill>
                <a:latin typeface="Arial"/>
                <a:ea typeface="Arial"/>
                <a:cs typeface="Arial"/>
              </a:defRPr>
            </a:lvl3pPr>
            <a:lvl4pPr algn="l">
              <a:defRPr sz="2100" b="1">
                <a:solidFill>
                  <a:srgbClr val="0F766E"/>
                </a:solidFill>
                <a:latin typeface="Arial"/>
                <a:ea typeface="Arial"/>
                <a:cs typeface="Arial"/>
              </a:defRPr>
            </a:lvl4pPr>
            <a:lvl5pPr algn="l">
              <a:defRPr sz="2100" b="1">
                <a:solidFill>
                  <a:srgbClr val="0F766E"/>
                </a:solidFill>
                <a:latin typeface="Arial"/>
                <a:ea typeface="Arial"/>
                <a:cs typeface="Arial"/>
              </a:defRPr>
            </a:lvl5pPr>
            <a:lvl6pPr algn="l">
              <a:defRPr sz="2100" b="1">
                <a:solidFill>
                  <a:srgbClr val="0F766E"/>
                </a:solidFill>
                <a:latin typeface="Arial"/>
                <a:ea typeface="Arial"/>
                <a:cs typeface="Arial"/>
              </a:defRPr>
            </a:lvl6pPr>
            <a:lvl7pPr algn="l">
              <a:defRPr sz="2100" b="1">
                <a:solidFill>
                  <a:srgbClr val="0F766E"/>
                </a:solidFill>
                <a:latin typeface="Arial"/>
                <a:ea typeface="Arial"/>
                <a:cs typeface="Arial"/>
              </a:defRPr>
            </a:lvl7pPr>
            <a:lvl8pPr algn="l">
              <a:defRPr sz="2100" b="1">
                <a:solidFill>
                  <a:srgbClr val="0F766E"/>
                </a:solidFill>
                <a:latin typeface="Arial"/>
                <a:ea typeface="Arial"/>
                <a:cs typeface="Arial"/>
              </a:defRPr>
            </a:lvl8pPr>
            <a:lvl9pPr algn="l">
              <a:defRPr sz="2100" b="1">
                <a:solidFill>
                  <a:srgbClr val="0F766E"/>
                </a:solidFill>
                <a:latin typeface="Arial"/>
                <a:ea typeface="Arial"/>
                <a:cs typeface="Arial"/>
              </a:defRPr>
            </a:lvl9pPr>
          </a:lstStyle>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Institutional evidence review</a:t>
            </a:r>
          </a:p>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with correction impact tracking</a:t>
            </a:r>
          </a:p>
        </p:txBody>
      </p:sp>
      <p:sp>
        <p:nvSpPr>
          <p:cNvPr id="40" name="ps-id">
            <a:extLst xmlns:a="http://schemas.openxmlformats.org/drawingml/2006/main">
              <a:ext uri="{FF2B5EF4-FFF2-40B4-BE49-F238E27FC236}">
                <a16:creationId xmlns:a16="http://schemas.microsoft.com/office/drawing/2014/main" id="{796210BE-BF63-4C3A-8B63-EE7437BB03B6}"/>
              </a:ext>
            </a:extLst>
          </p:cNvPr>
          <p:cNvSpPr>
            <a:spLocks xmlns:a="http://schemas.openxmlformats.org/drawingml/2006/main" noGrp="1"/>
          </p:cNvSpPr>
          <p:nvPr/>
        </p:nvSpPr>
        <p:spPr>
          <a:xfrm xmlns:a="http://schemas.openxmlformats.org/drawingml/2006/main">
            <a:off x="457200" y="29718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Problem Statement ID: SIH26261</a:t>
            </a:r>
          </a:p>
        </p:txBody>
      </p:sp>
      <p:sp>
        <p:nvSpPr>
          <p:cNvPr id="41" name="ps-title-label">
            <a:extLst xmlns:a="http://schemas.openxmlformats.org/drawingml/2006/main">
              <a:ext uri="{FF2B5EF4-FFF2-40B4-BE49-F238E27FC236}">
                <a16:creationId xmlns:a16="http://schemas.microsoft.com/office/drawing/2014/main" id="{D1A5DB77-1EAD-4D90-82CE-72595CCBA3F9}"/>
              </a:ext>
            </a:extLst>
          </p:cNvPr>
          <p:cNvSpPr>
            <a:spLocks xmlns:a="http://schemas.openxmlformats.org/drawingml/2006/main" noGrp="1"/>
          </p:cNvSpPr>
          <p:nvPr/>
        </p:nvSpPr>
        <p:spPr>
          <a:xfrm xmlns:a="http://schemas.openxmlformats.org/drawingml/2006/main">
            <a:off x="457200" y="34194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526176"/>
                </a:solidFill>
                <a:latin typeface="Arial"/>
                <a:ea typeface="Arial"/>
                <a:cs typeface="Arial"/>
              </a:defRPr>
            </a:defPPr>
            <a:lvl1pPr algn="l">
              <a:defRPr sz="1575" b="1">
                <a:solidFill>
                  <a:srgbClr val="526176"/>
                </a:solidFill>
                <a:latin typeface="Arial"/>
                <a:ea typeface="Arial"/>
                <a:cs typeface="Arial"/>
              </a:defRPr>
            </a:lvl1pPr>
            <a:lvl2pPr algn="l">
              <a:defRPr sz="1575" b="1">
                <a:solidFill>
                  <a:srgbClr val="526176"/>
                </a:solidFill>
                <a:latin typeface="Arial"/>
                <a:ea typeface="Arial"/>
                <a:cs typeface="Arial"/>
              </a:defRPr>
            </a:lvl2pPr>
            <a:lvl3pPr algn="l">
              <a:defRPr sz="1575" b="1">
                <a:solidFill>
                  <a:srgbClr val="526176"/>
                </a:solidFill>
                <a:latin typeface="Arial"/>
                <a:ea typeface="Arial"/>
                <a:cs typeface="Arial"/>
              </a:defRPr>
            </a:lvl3pPr>
            <a:lvl4pPr algn="l">
              <a:defRPr sz="1575" b="1">
                <a:solidFill>
                  <a:srgbClr val="526176"/>
                </a:solidFill>
                <a:latin typeface="Arial"/>
                <a:ea typeface="Arial"/>
                <a:cs typeface="Arial"/>
              </a:defRPr>
            </a:lvl4pPr>
            <a:lvl5pPr algn="l">
              <a:defRPr sz="1575" b="1">
                <a:solidFill>
                  <a:srgbClr val="526176"/>
                </a:solidFill>
                <a:latin typeface="Arial"/>
                <a:ea typeface="Arial"/>
                <a:cs typeface="Arial"/>
              </a:defRPr>
            </a:lvl5pPr>
            <a:lvl6pPr algn="l">
              <a:defRPr sz="1575" b="1">
                <a:solidFill>
                  <a:srgbClr val="526176"/>
                </a:solidFill>
                <a:latin typeface="Arial"/>
                <a:ea typeface="Arial"/>
                <a:cs typeface="Arial"/>
              </a:defRPr>
            </a:lvl6pPr>
            <a:lvl7pPr algn="l">
              <a:defRPr sz="1575" b="1">
                <a:solidFill>
                  <a:srgbClr val="526176"/>
                </a:solidFill>
                <a:latin typeface="Arial"/>
                <a:ea typeface="Arial"/>
                <a:cs typeface="Arial"/>
              </a:defRPr>
            </a:lvl7pPr>
            <a:lvl8pPr algn="l">
              <a:defRPr sz="1575" b="1">
                <a:solidFill>
                  <a:srgbClr val="526176"/>
                </a:solidFill>
                <a:latin typeface="Arial"/>
                <a:ea typeface="Arial"/>
                <a:cs typeface="Arial"/>
              </a:defRPr>
            </a:lvl8pPr>
            <a:lvl9pPr algn="l">
              <a:defRPr sz="1575" b="1">
                <a:solidFill>
                  <a:srgbClr val="526176"/>
                </a:solidFill>
                <a:latin typeface="Arial"/>
                <a:ea typeface="Arial"/>
                <a:cs typeface="Arial"/>
              </a:defRPr>
            </a:lvl9pPr>
          </a:lstStyle>
          <a:p xmlns:a="http://schemas.openxmlformats.org/drawingml/2006/main">
            <a:pPr algn="l">
              <a:defRPr sz="1575" b="1">
                <a:solidFill>
                  <a:srgbClr val="526176"/>
                </a:solidFill>
                <a:latin typeface="Arial"/>
                <a:ea typeface="Arial"/>
                <a:cs typeface="Arial"/>
              </a:defRPr>
            </a:pPr>
            <a:r>
              <a:rPr sz="1575" b="1">
                <a:solidFill>
                  <a:srgbClr val="526176"/>
                </a:solidFill>
                <a:latin typeface="Arial"/>
                <a:ea typeface="Arial"/>
                <a:cs typeface="Arial"/>
              </a:rPr>
              <a:t>Problem Statement Title</a:t>
            </a:r>
          </a:p>
        </p:txBody>
      </p:sp>
      <p:sp>
        <p:nvSpPr>
          <p:cNvPr id="42" name="ps-title">
            <a:extLst xmlns:a="http://schemas.openxmlformats.org/drawingml/2006/main">
              <a:ext uri="{FF2B5EF4-FFF2-40B4-BE49-F238E27FC236}">
                <a16:creationId xmlns:a16="http://schemas.microsoft.com/office/drawing/2014/main" id="{EF587400-9BAE-4051-9A5A-97EC50500312}"/>
              </a:ext>
            </a:extLst>
          </p:cNvPr>
          <p:cNvSpPr>
            <a:spLocks xmlns:a="http://schemas.openxmlformats.org/drawingml/2006/main" noGrp="1"/>
          </p:cNvSpPr>
          <p:nvPr/>
        </p:nvSpPr>
        <p:spPr>
          <a:xfrm xmlns:a="http://schemas.openxmlformats.org/drawingml/2006/main">
            <a:off x="457200" y="37433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AI-Powered Application Validation,</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Document Authentication and Regulatory</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Compliance Verification</a:t>
            </a:r>
          </a:p>
        </p:txBody>
      </p:sp>
      <p:sp>
        <p:nvSpPr>
          <p:cNvPr id="43" name="theme-category">
            <a:extLst xmlns:a="http://schemas.openxmlformats.org/drawingml/2006/main">
              <a:ext uri="{FF2B5EF4-FFF2-40B4-BE49-F238E27FC236}">
                <a16:creationId xmlns:a16="http://schemas.microsoft.com/office/drawing/2014/main" id="{BCDA127A-1234-4A76-9EC3-BAA426EDDFAD}"/>
              </a:ext>
            </a:extLst>
          </p:cNvPr>
          <p:cNvSpPr>
            <a:spLocks xmlns:a="http://schemas.openxmlformats.org/drawingml/2006/main" noGrp="1"/>
          </p:cNvSpPr>
          <p:nvPr/>
        </p:nvSpPr>
        <p:spPr>
          <a:xfrm xmlns:a="http://schemas.openxmlformats.org/drawingml/2006/main">
            <a:off x="4572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43B"/>
                </a:solidFill>
                <a:latin typeface="Arial"/>
                <a:ea typeface="Arial"/>
                <a:cs typeface="Arial"/>
              </a:defRPr>
            </a:defPPr>
            <a:lvl1pPr algn="l">
              <a:defRPr sz="1725" b="0">
                <a:solidFill>
                  <a:srgbClr val="14243B"/>
                </a:solidFill>
                <a:latin typeface="Arial"/>
                <a:ea typeface="Arial"/>
                <a:cs typeface="Arial"/>
              </a:defRPr>
            </a:lvl1pPr>
            <a:lvl2pPr algn="l">
              <a:defRPr sz="1725" b="0">
                <a:solidFill>
                  <a:srgbClr val="14243B"/>
                </a:solidFill>
                <a:latin typeface="Arial"/>
                <a:ea typeface="Arial"/>
                <a:cs typeface="Arial"/>
              </a:defRPr>
            </a:lvl2pPr>
            <a:lvl3pPr algn="l">
              <a:defRPr sz="1725" b="0">
                <a:solidFill>
                  <a:srgbClr val="14243B"/>
                </a:solidFill>
                <a:latin typeface="Arial"/>
                <a:ea typeface="Arial"/>
                <a:cs typeface="Arial"/>
              </a:defRPr>
            </a:lvl3pPr>
            <a:lvl4pPr algn="l">
              <a:defRPr sz="1725" b="0">
                <a:solidFill>
                  <a:srgbClr val="14243B"/>
                </a:solidFill>
                <a:latin typeface="Arial"/>
                <a:ea typeface="Arial"/>
                <a:cs typeface="Arial"/>
              </a:defRPr>
            </a:lvl4pPr>
            <a:lvl5pPr algn="l">
              <a:defRPr sz="1725" b="0">
                <a:solidFill>
                  <a:srgbClr val="14243B"/>
                </a:solidFill>
                <a:latin typeface="Arial"/>
                <a:ea typeface="Arial"/>
                <a:cs typeface="Arial"/>
              </a:defRPr>
            </a:lvl5pPr>
            <a:lvl6pPr algn="l">
              <a:defRPr sz="1725" b="0">
                <a:solidFill>
                  <a:srgbClr val="14243B"/>
                </a:solidFill>
                <a:latin typeface="Arial"/>
                <a:ea typeface="Arial"/>
                <a:cs typeface="Arial"/>
              </a:defRPr>
            </a:lvl6pPr>
            <a:lvl7pPr algn="l">
              <a:defRPr sz="1725" b="0">
                <a:solidFill>
                  <a:srgbClr val="14243B"/>
                </a:solidFill>
                <a:latin typeface="Arial"/>
                <a:ea typeface="Arial"/>
                <a:cs typeface="Arial"/>
              </a:defRPr>
            </a:lvl7pPr>
            <a:lvl8pPr algn="l">
              <a:defRPr sz="1725" b="0">
                <a:solidFill>
                  <a:srgbClr val="14243B"/>
                </a:solidFill>
                <a:latin typeface="Arial"/>
                <a:ea typeface="Arial"/>
                <a:cs typeface="Arial"/>
              </a:defRPr>
            </a:lvl8pPr>
            <a:lvl9pPr algn="l">
              <a:defRPr sz="1725" b="0">
                <a:solidFill>
                  <a:srgbClr val="14243B"/>
                </a:solidFill>
                <a:latin typeface="Arial"/>
                <a:ea typeface="Arial"/>
                <a:cs typeface="Arial"/>
              </a:defRPr>
            </a:lvl9pPr>
          </a:lstStyle>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Theme: Smart Automation</a:t>
            </a:r>
          </a:p>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PS Category: Software</a:t>
            </a:r>
          </a:p>
        </p:txBody>
      </p:sp>
      <p:sp>
        <p:nvSpPr>
          <p:cNvPr id="44" name="registered-team">
            <a:extLst xmlns:a="http://schemas.openxmlformats.org/drawingml/2006/main">
              <a:ext uri="{FF2B5EF4-FFF2-40B4-BE49-F238E27FC236}">
                <a16:creationId xmlns:a16="http://schemas.microsoft.com/office/drawing/2014/main" id="{98D819C1-308C-4E81-8B92-1777C38CB39A}"/>
              </a:ext>
            </a:extLst>
          </p:cNvPr>
          <p:cNvSpPr>
            <a:spLocks xmlns:a="http://schemas.openxmlformats.org/drawingml/2006/main" noGrp="1"/>
          </p:cNvSpPr>
          <p:nvPr/>
        </p:nvSpPr>
        <p:spPr>
          <a:xfrm xmlns:a="http://schemas.openxmlformats.org/drawingml/2006/main">
            <a:off x="457200" y="5619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Team Name: CELESTIAL_OUTLAWS</a:t>
            </a:r>
          </a:p>
        </p:txBody>
      </p:sp>
      <p:sp>
        <p:nvSpPr>
          <p:cNvPr id="45" name="leader-team-id">
            <a:extLst xmlns:a="http://schemas.openxmlformats.org/drawingml/2006/main">
              <a:ext uri="{FF2B5EF4-FFF2-40B4-BE49-F238E27FC236}">
                <a16:creationId xmlns:a16="http://schemas.microsoft.com/office/drawing/2014/main" id="{B65F983C-251B-444A-B8FA-3C37E83CAA64}"/>
              </a:ext>
            </a:extLst>
          </p:cNvPr>
          <p:cNvSpPr>
            <a:spLocks xmlns:a="http://schemas.openxmlformats.org/drawingml/2006/main" noGrp="1"/>
          </p:cNvSpPr>
          <p:nvPr/>
        </p:nvSpPr>
        <p:spPr>
          <a:xfrm xmlns:a="http://schemas.openxmlformats.org/drawingml/2006/main">
            <a:off x="457200" y="60198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43B"/>
                </a:solidFill>
                <a:latin typeface="Arial"/>
                <a:ea typeface="Arial"/>
                <a:cs typeface="Arial"/>
              </a:defRPr>
            </a:defPPr>
            <a:lvl1pPr algn="l">
              <a:defRPr sz="1575" b="0">
                <a:solidFill>
                  <a:srgbClr val="14243B"/>
                </a:solidFill>
                <a:latin typeface="Arial"/>
                <a:ea typeface="Arial"/>
                <a:cs typeface="Arial"/>
              </a:defRPr>
            </a:lvl1pPr>
            <a:lvl2pPr algn="l">
              <a:defRPr sz="1575" b="0">
                <a:solidFill>
                  <a:srgbClr val="14243B"/>
                </a:solidFill>
                <a:latin typeface="Arial"/>
                <a:ea typeface="Arial"/>
                <a:cs typeface="Arial"/>
              </a:defRPr>
            </a:lvl2pPr>
            <a:lvl3pPr algn="l">
              <a:defRPr sz="1575" b="0">
                <a:solidFill>
                  <a:srgbClr val="14243B"/>
                </a:solidFill>
                <a:latin typeface="Arial"/>
                <a:ea typeface="Arial"/>
                <a:cs typeface="Arial"/>
              </a:defRPr>
            </a:lvl3pPr>
            <a:lvl4pPr algn="l">
              <a:defRPr sz="1575" b="0">
                <a:solidFill>
                  <a:srgbClr val="14243B"/>
                </a:solidFill>
                <a:latin typeface="Arial"/>
                <a:ea typeface="Arial"/>
                <a:cs typeface="Arial"/>
              </a:defRPr>
            </a:lvl4pPr>
            <a:lvl5pPr algn="l">
              <a:defRPr sz="1575" b="0">
                <a:solidFill>
                  <a:srgbClr val="14243B"/>
                </a:solidFill>
                <a:latin typeface="Arial"/>
                <a:ea typeface="Arial"/>
                <a:cs typeface="Arial"/>
              </a:defRPr>
            </a:lvl5pPr>
            <a:lvl6pPr algn="l">
              <a:defRPr sz="1575" b="0">
                <a:solidFill>
                  <a:srgbClr val="14243B"/>
                </a:solidFill>
                <a:latin typeface="Arial"/>
                <a:ea typeface="Arial"/>
                <a:cs typeface="Arial"/>
              </a:defRPr>
            </a:lvl6pPr>
            <a:lvl7pPr algn="l">
              <a:defRPr sz="1575" b="0">
                <a:solidFill>
                  <a:srgbClr val="14243B"/>
                </a:solidFill>
                <a:latin typeface="Arial"/>
                <a:ea typeface="Arial"/>
                <a:cs typeface="Arial"/>
              </a:defRPr>
            </a:lvl7pPr>
            <a:lvl8pPr algn="l">
              <a:defRPr sz="1575" b="0">
                <a:solidFill>
                  <a:srgbClr val="14243B"/>
                </a:solidFill>
                <a:latin typeface="Arial"/>
                <a:ea typeface="Arial"/>
                <a:cs typeface="Arial"/>
              </a:defRPr>
            </a:lvl8pPr>
            <a:lvl9pPr algn="l">
              <a:defRPr sz="1575" b="0">
                <a:solidFill>
                  <a:srgbClr val="14243B"/>
                </a:solidFill>
                <a:latin typeface="Arial"/>
                <a:ea typeface="Arial"/>
                <a:cs typeface="Arial"/>
              </a:defRPr>
            </a:lvl9pPr>
          </a:lstStyle>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Leader: Akshaj Sherekar</a:t>
            </a:r>
          </a:p>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ID: __________________</a:t>
            </a:r>
          </a:p>
        </p:txBody>
      </p:sp>
    </p:spTree>
    <p:extLst>
      <p:ext uri="{BB962C8B-B14F-4D97-AF65-F5344CB8AC3E}">
        <p14:creationId xmlns:p14="http://schemas.microsoft.com/office/powerpoint/2010/main" val="14761737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F695634C-04D0-4258-961D-089F7EDE43D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07C6EFAB-151D-472F-B01B-F262D4BF6496}"/>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PRAMAANSCOPE</a:t>
            </a:r>
          </a:p>
        </p:txBody>
      </p:sp>
      <p:sp>
        <p:nvSpPr>
          <p:cNvPr id="6" name="Slide Number Placeholder 5">
            <a:extLst xmlns:a="http://schemas.openxmlformats.org/drawingml/2006/main">
              <a:ext uri="{FF2B5EF4-FFF2-40B4-BE49-F238E27FC236}">
                <a16:creationId xmlns:a16="http://schemas.microsoft.com/office/drawing/2014/main" id="{A6613024-27C1-4308-90A0-E6AD07F2214A}"/>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E2598689-54C9-18A7-3A19-ED76AA08988F}" type="slidenum">
              <a:rPr sz="112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7BA3A4A7-BF42-4F6A-AF52-6DCD25D0E57A}"/>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1" name="Picture 10">
            <a:extLst xmlns:a="http://schemas.openxmlformats.org/drawingml/2006/main">
              <a:ext uri="{FF2B5EF4-FFF2-40B4-BE49-F238E27FC236}">
                <a16:creationId xmlns:a16="http://schemas.microsoft.com/office/drawing/2014/main" id="{4650385E-19D1-45BB-A732-C454E8D22935}"/>
              </a:ext>
            </a:extLst>
          </p:cNvPr>
          <p:cNvPicPr>
            <a:picLocks xmlns:a="http://schemas.openxmlformats.org/drawingml/2006/main" noChangeAspect="1"/>
          </p:cNvPicPr>
          <p:nvPr/>
        </p:nvPicPr>
        <p:blipFill>
          <a:blip xmlns:r="http://schemas.openxmlformats.org/officeDocument/2006/relationships" xmlns:a="http://schemas.openxmlformats.org/drawingml/2006/main" r:embed="R4c28695e09894e5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2" name="registered-team-mark">
            <a:extLst xmlns:a="http://schemas.openxmlformats.org/drawingml/2006/main">
              <a:ext uri="{FF2B5EF4-FFF2-40B4-BE49-F238E27FC236}">
                <a16:creationId xmlns:a16="http://schemas.microsoft.com/office/drawing/2014/main" id="{5CBDE8B8-05D3-44A4-99E4-93A7D8E28121}"/>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sp>
        <p:nvSpPr>
          <p:cNvPr id="15363" name="solution-subject">
            <a:extLst xmlns:a="http://schemas.openxmlformats.org/drawingml/2006/main">
              <a:ext uri="{FF2B5EF4-FFF2-40B4-BE49-F238E27FC236}">
                <a16:creationId xmlns:a16="http://schemas.microsoft.com/office/drawing/2014/main" id="{E412D863-626C-48D5-9266-62B722472018}"/>
              </a:ext>
            </a:extLst>
          </p:cNvPr>
          <p:cNvSpPr>
            <a:spLocks xmlns:a="http://schemas.openxmlformats.org/drawingml/2006/main" noGrp="1"/>
          </p:cNvSpPr>
          <p:nvPr/>
        </p:nvSpPr>
        <p:spPr>
          <a:xfrm xmlns:a="http://schemas.openxmlformats.org/drawingml/2006/main">
            <a:off x="457200" y="12573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Evidence that applies to the right campus</a:t>
            </a:r>
          </a:p>
        </p:txBody>
      </p:sp>
      <p:pic>
        <p:nvPicPr>
          <p:cNvPr id="15364" name="">
            <a:extLst xmlns:a="http://schemas.openxmlformats.org/drawingml/2006/main">
              <a:ext uri="{FF2B5EF4-FFF2-40B4-BE49-F238E27FC236}">
                <a16:creationId xmlns:a16="http://schemas.microsoft.com/office/drawing/2014/main" id="{9EDE452A-EEB3-4853-8EC9-C7C5E1FEF676}"/>
              </a:ext>
            </a:extLst>
          </p:cNvPr>
          <p:cNvPicPr>
            <a:picLocks xmlns:a="http://schemas.openxmlformats.org/drawingml/2006/main" noChangeAspect="1"/>
          </p:cNvPicPr>
          <p:nvPr/>
        </p:nvPicPr>
        <p:blipFill>
          <a:blip xmlns:r="http://schemas.openxmlformats.org/officeDocument/2006/relationships" xmlns:a="http://schemas.openxmlformats.org/drawingml/2006/main" r:embed="R14517b458ee74cc2"/>
          <a:srcRect xmlns:a="http://schemas.openxmlformats.org/drawingml/2006/main" l="0" t="12000" r="0" b="10000"/>
          <a:stretch xmlns:a="http://schemas.openxmlformats.org/drawingml/2006/main"/>
        </p:blipFill>
        <p:spPr>
          <a:xfrm xmlns:a="http://schemas.openxmlformats.org/drawingml/2006/main">
            <a:off x="342900" y="1733550"/>
            <a:ext cx="5143500" cy="3124200"/>
          </a:xfrm>
          <a:prstGeom xmlns:a="http://schemas.openxmlformats.org/drawingml/2006/main" prst="rect">
            <a:avLst/>
          </a:prstGeom>
        </p:spPr>
      </p:pic>
      <p:sp>
        <p:nvSpPr>
          <p:cNvPr id="15365" name="example-caption">
            <a:extLst xmlns:a="http://schemas.openxmlformats.org/drawingml/2006/main">
              <a:ext uri="{FF2B5EF4-FFF2-40B4-BE49-F238E27FC236}">
                <a16:creationId xmlns:a16="http://schemas.microsoft.com/office/drawing/2014/main" id="{F49FC70E-60FB-4061-9532-684A23905E7F}"/>
              </a:ext>
            </a:extLst>
          </p:cNvPr>
          <p:cNvSpPr>
            <a:spLocks xmlns:a="http://schemas.openxmlformats.org/drawingml/2006/main" noGrp="1"/>
          </p:cNvSpPr>
          <p:nvPr/>
        </p:nvSpPr>
        <p:spPr>
          <a:xfrm xmlns:a="http://schemas.openxmlformats.org/drawingml/2006/main">
            <a:off x="571500" y="4972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Application: Campus A</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Submitted certificate: Campus B</a:t>
            </a:r>
          </a:p>
        </p:txBody>
      </p:sp>
      <p:sp>
        <p:nvSpPr>
          <p:cNvPr id="15366" name="generated-disclosure">
            <a:extLst xmlns:a="http://schemas.openxmlformats.org/drawingml/2006/main">
              <a:ext uri="{FF2B5EF4-FFF2-40B4-BE49-F238E27FC236}">
                <a16:creationId xmlns:a16="http://schemas.microsoft.com/office/drawing/2014/main" id="{954C4CE3-0322-4229-B2EB-B294828C2CFB}"/>
              </a:ext>
            </a:extLst>
          </p:cNvPr>
          <p:cNvSpPr>
            <a:spLocks xmlns:a="http://schemas.openxmlformats.org/drawingml/2006/main" noGrp="1"/>
          </p:cNvSpPr>
          <p:nvPr/>
        </p:nvSpPr>
        <p:spPr>
          <a:xfrm xmlns:a="http://schemas.openxmlformats.org/drawingml/2006/main">
            <a:off x="571500" y="58007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Illustrative campuses. Synthetic demonstration case.</a:t>
            </a:r>
          </a:p>
        </p:txBody>
      </p:sp>
      <p:sp>
        <p:nvSpPr>
          <p:cNvPr id="15367" name="proposal-heading">
            <a:extLst xmlns:a="http://schemas.openxmlformats.org/drawingml/2006/main">
              <a:ext uri="{FF2B5EF4-FFF2-40B4-BE49-F238E27FC236}">
                <a16:creationId xmlns:a16="http://schemas.microsoft.com/office/drawing/2014/main" id="{6623ED62-C3E0-41D9-8F34-FE0170F350E7}"/>
              </a:ext>
            </a:extLst>
          </p:cNvPr>
          <p:cNvSpPr>
            <a:spLocks xmlns:a="http://schemas.openxmlformats.org/drawingml/2006/main" noGrp="1"/>
          </p:cNvSpPr>
          <p:nvPr/>
        </p:nvSpPr>
        <p:spPr>
          <a:xfrm xmlns:a="http://schemas.openxmlformats.org/drawingml/2006/main">
            <a:off x="5905500" y="1781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PROPOSED SOLUTION</a:t>
            </a:r>
          </a:p>
        </p:txBody>
      </p:sp>
      <p:sp>
        <p:nvSpPr>
          <p:cNvPr id="15368" name="proposal-body">
            <a:extLst xmlns:a="http://schemas.openxmlformats.org/drawingml/2006/main">
              <a:ext uri="{FF2B5EF4-FFF2-40B4-BE49-F238E27FC236}">
                <a16:creationId xmlns:a16="http://schemas.microsoft.com/office/drawing/2014/main" id="{28F5ADFD-2E66-40E7-8F55-80F9EDC2581A}"/>
              </a:ext>
            </a:extLst>
          </p:cNvPr>
          <p:cNvSpPr>
            <a:spLocks xmlns:a="http://schemas.openxmlformats.org/drawingml/2006/main" noGrp="1"/>
          </p:cNvSpPr>
          <p:nvPr/>
        </p:nvSpPr>
        <p:spPr>
          <a:xfrm xmlns:a="http://schemas.openxmlformats.org/drawingml/2006/main">
            <a:off x="5905500" y="21145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Read evidence and check institution, campus,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period and historical intake.</a:t>
            </a:r>
          </a:p>
        </p:txBody>
      </p:sp>
      <p:sp>
        <p:nvSpPr>
          <p:cNvPr id="15369" name="problem-fit-heading">
            <a:extLst xmlns:a="http://schemas.openxmlformats.org/drawingml/2006/main">
              <a:ext uri="{FF2B5EF4-FFF2-40B4-BE49-F238E27FC236}">
                <a16:creationId xmlns:a16="http://schemas.microsoft.com/office/drawing/2014/main" id="{7691829E-948A-4862-B761-D0030BE44BB3}"/>
              </a:ext>
            </a:extLst>
          </p:cNvPr>
          <p:cNvSpPr>
            <a:spLocks xmlns:a="http://schemas.openxmlformats.org/drawingml/2006/main" noGrp="1"/>
          </p:cNvSpPr>
          <p:nvPr/>
        </p:nvSpPr>
        <p:spPr>
          <a:xfrm xmlns:a="http://schemas.openxmlformats.org/drawingml/2006/main">
            <a:off x="5905500" y="31051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HOW IT ADDRESSES THE PROBLEM</a:t>
            </a:r>
          </a:p>
        </p:txBody>
      </p:sp>
      <p:sp>
        <p:nvSpPr>
          <p:cNvPr id="15370" name="problem-fit-body">
            <a:extLst xmlns:a="http://schemas.openxmlformats.org/drawingml/2006/main">
              <a:ext uri="{FF2B5EF4-FFF2-40B4-BE49-F238E27FC236}">
                <a16:creationId xmlns:a16="http://schemas.microsoft.com/office/drawing/2014/main" id="{677AF7D1-E2F4-42C6-8592-5E25BD9AFB9C}"/>
              </a:ext>
            </a:extLst>
          </p:cNvPr>
          <p:cNvSpPr>
            <a:spLocks xmlns:a="http://schemas.openxmlformats.org/drawingml/2006/main" noGrp="1"/>
          </p:cNvSpPr>
          <p:nvPr/>
        </p:nvSpPr>
        <p:spPr>
          <a:xfrm xmlns:a="http://schemas.openxmlformats.org/drawingml/2006/main">
            <a:off x="5905500" y="3438525"/>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Show the original page, the discrepancy</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and the exact evidence needed.</a:t>
            </a:r>
          </a:p>
        </p:txBody>
      </p:sp>
      <p:sp>
        <p:nvSpPr>
          <p:cNvPr id="15371" name="innovation-heading">
            <a:extLst xmlns:a="http://schemas.openxmlformats.org/drawingml/2006/main">
              <a:ext uri="{FF2B5EF4-FFF2-40B4-BE49-F238E27FC236}">
                <a16:creationId xmlns:a16="http://schemas.microsoft.com/office/drawing/2014/main" id="{40BB45C4-B1A7-4314-8BF2-9E008F67721C}"/>
              </a:ext>
            </a:extLst>
          </p:cNvPr>
          <p:cNvSpPr>
            <a:spLocks xmlns:a="http://schemas.openxmlformats.org/drawingml/2006/main" noGrp="1"/>
          </p:cNvSpPr>
          <p:nvPr/>
        </p:nvSpPr>
        <p:spPr>
          <a:xfrm xmlns:a="http://schemas.openxmlformats.org/drawingml/2006/main">
            <a:off x="5905500" y="44291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INNOVATION AND UNIQUENESS</a:t>
            </a:r>
          </a:p>
        </p:txBody>
      </p:sp>
      <p:sp>
        <p:nvSpPr>
          <p:cNvPr id="15372" name="innovation-body">
            <a:extLst xmlns:a="http://schemas.openxmlformats.org/drawingml/2006/main">
              <a:ext uri="{FF2B5EF4-FFF2-40B4-BE49-F238E27FC236}">
                <a16:creationId xmlns:a16="http://schemas.microsoft.com/office/drawing/2014/main" id="{6D12905C-4680-4641-997A-C777BE9AD3D2}"/>
              </a:ext>
            </a:extLst>
          </p:cNvPr>
          <p:cNvSpPr>
            <a:spLocks xmlns:a="http://schemas.openxmlformats.org/drawingml/2006/main" noGrp="1"/>
          </p:cNvSpPr>
          <p:nvPr/>
        </p:nvSpPr>
        <p:spPr>
          <a:xfrm xmlns:a="http://schemas.openxmlformats.org/drawingml/2006/main">
            <a:off x="5905500" y="4762500"/>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Preview a correction's impact before acceptance.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Tie earlier reviews to their evidence versions.</a:t>
            </a:r>
          </a:p>
        </p:txBody>
      </p:sp>
      <p:sp>
        <p:nvSpPr>
          <p:cNvPr id="15373" name="solution-boundary">
            <a:extLst xmlns:a="http://schemas.openxmlformats.org/drawingml/2006/main">
              <a:ext uri="{FF2B5EF4-FFF2-40B4-BE49-F238E27FC236}">
                <a16:creationId xmlns:a16="http://schemas.microsoft.com/office/drawing/2014/main" id="{9EB0B2F9-5D58-4A54-B6D5-79CF493D8C6C}"/>
              </a:ext>
            </a:extLst>
          </p:cNvPr>
          <p:cNvSpPr>
            <a:spLocks xmlns:a="http://schemas.openxmlformats.org/drawingml/2006/main" noGrp="1"/>
          </p:cNvSpPr>
          <p:nvPr/>
        </p:nvSpPr>
        <p:spPr>
          <a:xfrm xmlns:a="http://schemas.openxmlformats.org/drawingml/2006/main">
            <a:off x="5905500" y="57150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F766E"/>
                </a:solidFill>
                <a:latin typeface="Arial"/>
                <a:ea typeface="Arial"/>
                <a:cs typeface="Arial"/>
              </a:defRPr>
            </a:defPPr>
            <a:lvl1pPr algn="l">
              <a:defRPr sz="1425" b="1">
                <a:solidFill>
                  <a:srgbClr val="0F766E"/>
                </a:solidFill>
                <a:latin typeface="Arial"/>
                <a:ea typeface="Arial"/>
                <a:cs typeface="Arial"/>
              </a:defRPr>
            </a:lvl1pPr>
            <a:lvl2pPr algn="l">
              <a:defRPr sz="1425" b="1">
                <a:solidFill>
                  <a:srgbClr val="0F766E"/>
                </a:solidFill>
                <a:latin typeface="Arial"/>
                <a:ea typeface="Arial"/>
                <a:cs typeface="Arial"/>
              </a:defRPr>
            </a:lvl2pPr>
            <a:lvl3pPr algn="l">
              <a:defRPr sz="1425" b="1">
                <a:solidFill>
                  <a:srgbClr val="0F766E"/>
                </a:solidFill>
                <a:latin typeface="Arial"/>
                <a:ea typeface="Arial"/>
                <a:cs typeface="Arial"/>
              </a:defRPr>
            </a:lvl3pPr>
            <a:lvl4pPr algn="l">
              <a:defRPr sz="1425" b="1">
                <a:solidFill>
                  <a:srgbClr val="0F766E"/>
                </a:solidFill>
                <a:latin typeface="Arial"/>
                <a:ea typeface="Arial"/>
                <a:cs typeface="Arial"/>
              </a:defRPr>
            </a:lvl4pPr>
            <a:lvl5pPr algn="l">
              <a:defRPr sz="1425" b="1">
                <a:solidFill>
                  <a:srgbClr val="0F766E"/>
                </a:solidFill>
                <a:latin typeface="Arial"/>
                <a:ea typeface="Arial"/>
                <a:cs typeface="Arial"/>
              </a:defRPr>
            </a:lvl5pPr>
            <a:lvl6pPr algn="l">
              <a:defRPr sz="1425" b="1">
                <a:solidFill>
                  <a:srgbClr val="0F766E"/>
                </a:solidFill>
                <a:latin typeface="Arial"/>
                <a:ea typeface="Arial"/>
                <a:cs typeface="Arial"/>
              </a:defRPr>
            </a:lvl6pPr>
            <a:lvl7pPr algn="l">
              <a:defRPr sz="1425" b="1">
                <a:solidFill>
                  <a:srgbClr val="0F766E"/>
                </a:solidFill>
                <a:latin typeface="Arial"/>
                <a:ea typeface="Arial"/>
                <a:cs typeface="Arial"/>
              </a:defRPr>
            </a:lvl7pPr>
            <a:lvl8pPr algn="l">
              <a:defRPr sz="1425" b="1">
                <a:solidFill>
                  <a:srgbClr val="0F766E"/>
                </a:solidFill>
                <a:latin typeface="Arial"/>
                <a:ea typeface="Arial"/>
                <a:cs typeface="Arial"/>
              </a:defRPr>
            </a:lvl8pPr>
            <a:lvl9pPr algn="l">
              <a:defRPr sz="1425" b="1">
                <a:solidFill>
                  <a:srgbClr val="0F766E"/>
                </a:solidFill>
                <a:latin typeface="Arial"/>
                <a:ea typeface="Arial"/>
                <a:cs typeface="Arial"/>
              </a:defRPr>
            </a:lvl9pPr>
          </a:lstStyle>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Content result, source verification and human review stay separate.</a:t>
            </a:r>
          </a:p>
        </p:txBody>
      </p:sp>
    </p:spTree>
    <p:extLst>
      <p:ext uri="{BB962C8B-B14F-4D97-AF65-F5344CB8AC3E}">
        <p14:creationId xmlns:p14="http://schemas.microsoft.com/office/powerpoint/2010/main" val="12332922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7420" name="">
            <a:extLst xmlns:a="http://schemas.openxmlformats.org/drawingml/2006/main">
              <a:ext uri="{FF2B5EF4-FFF2-40B4-BE49-F238E27FC236}">
                <a16:creationId xmlns:a16="http://schemas.microsoft.com/office/drawing/2014/main" id="{E274AE25-3D04-4F57-BA34-BE9A7A8E6477}"/>
              </a:ext>
            </a:extLst>
          </p:cNvPr>
          <p:cNvCxnSpPr>
            <a:stCxn xmlns:a="http://schemas.openxmlformats.org/drawingml/2006/main" id="17415" idx="3"/>
            <a:endCxn xmlns:a="http://schemas.openxmlformats.org/drawingml/2006/main" id="17416" idx="1"/>
          </p:cNvCxnSpPr>
          <p:nvPr/>
        </p:nvCxnSpPr>
        <p:spPr>
          <a:xfrm xmlns:a="http://schemas.openxmlformats.org/drawingml/2006/main">
            <a:off x="9391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9" name="">
            <a:extLst xmlns:a="http://schemas.openxmlformats.org/drawingml/2006/main">
              <a:ext uri="{FF2B5EF4-FFF2-40B4-BE49-F238E27FC236}">
                <a16:creationId xmlns:a16="http://schemas.microsoft.com/office/drawing/2014/main" id="{D08C464F-CC3F-4CC2-A94C-49FEE92B1E3C}"/>
              </a:ext>
            </a:extLst>
          </p:cNvPr>
          <p:cNvCxnSpPr>
            <a:stCxn xmlns:a="http://schemas.openxmlformats.org/drawingml/2006/main" id="17414" idx="3"/>
            <a:endCxn xmlns:a="http://schemas.openxmlformats.org/drawingml/2006/main" id="17415" idx="1"/>
          </p:cNvCxnSpPr>
          <p:nvPr/>
        </p:nvCxnSpPr>
        <p:spPr>
          <a:xfrm xmlns:a="http://schemas.openxmlformats.org/drawingml/2006/main">
            <a:off x="7105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8" name="">
            <a:extLst xmlns:a="http://schemas.openxmlformats.org/drawingml/2006/main">
              <a:ext uri="{FF2B5EF4-FFF2-40B4-BE49-F238E27FC236}">
                <a16:creationId xmlns:a16="http://schemas.microsoft.com/office/drawing/2014/main" id="{D2A8893B-8BDD-42CC-99A0-59D6142C044E}"/>
              </a:ext>
            </a:extLst>
          </p:cNvPr>
          <p:cNvCxnSpPr>
            <a:stCxn xmlns:a="http://schemas.openxmlformats.org/drawingml/2006/main" id="17413" idx="3"/>
            <a:endCxn xmlns:a="http://schemas.openxmlformats.org/drawingml/2006/main" id="17414" idx="1"/>
          </p:cNvCxnSpPr>
          <p:nvPr/>
        </p:nvCxnSpPr>
        <p:spPr>
          <a:xfrm xmlns:a="http://schemas.openxmlformats.org/drawingml/2006/main">
            <a:off x="4819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7" name="">
            <a:extLst xmlns:a="http://schemas.openxmlformats.org/drawingml/2006/main">
              <a:ext uri="{FF2B5EF4-FFF2-40B4-BE49-F238E27FC236}">
                <a16:creationId xmlns:a16="http://schemas.microsoft.com/office/drawing/2014/main" id="{D5F2271D-F43F-4CD0-9BCD-6D9951C53DB5}"/>
              </a:ext>
            </a:extLst>
          </p:cNvPr>
          <p:cNvCxnSpPr>
            <a:stCxn xmlns:a="http://schemas.openxmlformats.org/drawingml/2006/main" id="17412" idx="3"/>
            <a:endCxn xmlns:a="http://schemas.openxmlformats.org/drawingml/2006/main" id="17413" idx="1"/>
          </p:cNvCxnSpPr>
          <p:nvPr/>
        </p:nvCxnSpPr>
        <p:spPr>
          <a:xfrm xmlns:a="http://schemas.openxmlformats.org/drawingml/2006/main">
            <a:off x="2533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B96C27AB-B543-4ADD-8709-2010C359329B}"/>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B951AB4-D52E-4D85-89DF-C681D25C2372}"/>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202359C0-8A7A-196E-DD58-8E6569619F09}" type="slidenum">
              <a:rPr sz="112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85229B48-112F-4C29-9B85-9A2B9233FC4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2" name="Picture 11">
            <a:extLst xmlns:a="http://schemas.openxmlformats.org/drawingml/2006/main">
              <a:ext uri="{FF2B5EF4-FFF2-40B4-BE49-F238E27FC236}">
                <a16:creationId xmlns:a16="http://schemas.microsoft.com/office/drawing/2014/main" id="{34763532-73CB-4C75-A316-8D8E2BD01E93}"/>
              </a:ext>
            </a:extLst>
          </p:cNvPr>
          <p:cNvPicPr>
            <a:picLocks xmlns:a="http://schemas.openxmlformats.org/drawingml/2006/main" noChangeAspect="1"/>
          </p:cNvPicPr>
          <p:nvPr/>
        </p:nvPicPr>
        <p:blipFill>
          <a:blip xmlns:r="http://schemas.openxmlformats.org/officeDocument/2006/relationships" xmlns:a="http://schemas.openxmlformats.org/drawingml/2006/main" r:embed="R92d4ecda40ca4cd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0" name="registered-team-mark">
            <a:extLst xmlns:a="http://schemas.openxmlformats.org/drawingml/2006/main">
              <a:ext uri="{FF2B5EF4-FFF2-40B4-BE49-F238E27FC236}">
                <a16:creationId xmlns:a16="http://schemas.microsoft.com/office/drawing/2014/main" id="{E306A7DB-F07F-4042-93EE-142031E2BFBA}"/>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sp>
        <p:nvSpPr>
          <p:cNvPr id="17411" name="method-label">
            <a:extLst xmlns:a="http://schemas.openxmlformats.org/drawingml/2006/main">
              <a:ext uri="{FF2B5EF4-FFF2-40B4-BE49-F238E27FC236}">
                <a16:creationId xmlns:a16="http://schemas.microsoft.com/office/drawing/2014/main" id="{11E71725-72E1-44F4-B6DA-13DA201B3DF9}"/>
              </a:ext>
            </a:extLst>
          </p:cNvPr>
          <p:cNvSpPr>
            <a:spLocks xmlns:a="http://schemas.openxmlformats.org/drawingml/2006/main" noGrp="1"/>
          </p:cNvSpPr>
          <p:nvPr/>
        </p:nvSpPr>
        <p:spPr>
          <a:xfrm xmlns:a="http://schemas.openxmlformats.org/drawingml/2006/main">
            <a:off x="457200" y="12382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Methodology and process</a:t>
            </a:r>
          </a:p>
        </p:txBody>
      </p:sp>
      <p:sp>
        <p:nvSpPr>
          <p:cNvPr id="17412" name="method-stage-1">
            <a:extLst xmlns:a="http://schemas.openxmlformats.org/drawingml/2006/main">
              <a:ext uri="{FF2B5EF4-FFF2-40B4-BE49-F238E27FC236}">
                <a16:creationId xmlns:a16="http://schemas.microsoft.com/office/drawing/2014/main" id="{DE5D6CC8-1177-4E73-B48C-B8F16AFB4CB4}"/>
              </a:ext>
            </a:extLst>
          </p:cNvPr>
          <p:cNvSpPr>
            <a:spLocks xmlns:a="http://schemas.openxmlformats.org/drawingml/2006/main" noGrp="1"/>
          </p:cNvSpPr>
          <p:nvPr/>
        </p:nvSpPr>
        <p:spPr>
          <a:xfrm xmlns:a="http://schemas.openxmlformats.org/drawingml/2006/main">
            <a:off x="457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  Upload</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or image</a:t>
            </a:r>
          </a:p>
        </p:txBody>
      </p:sp>
      <p:sp>
        <p:nvSpPr>
          <p:cNvPr id="17413" name="method-stage-2">
            <a:extLst xmlns:a="http://schemas.openxmlformats.org/drawingml/2006/main">
              <a:ext uri="{FF2B5EF4-FFF2-40B4-BE49-F238E27FC236}">
                <a16:creationId xmlns:a16="http://schemas.microsoft.com/office/drawing/2014/main" id="{59629CB8-EA31-481C-9880-4E8D8760AAD3}"/>
              </a:ext>
            </a:extLst>
          </p:cNvPr>
          <p:cNvSpPr>
            <a:spLocks xmlns:a="http://schemas.openxmlformats.org/drawingml/2006/main" noGrp="1"/>
          </p:cNvSpPr>
          <p:nvPr/>
        </p:nvSpPr>
        <p:spPr>
          <a:xfrm xmlns:a="http://schemas.openxmlformats.org/drawingml/2006/main">
            <a:off x="2743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2  Extract</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text / local OCR</a:t>
            </a:r>
          </a:p>
        </p:txBody>
      </p:sp>
      <p:sp>
        <p:nvSpPr>
          <p:cNvPr id="17414" name="method-stage-3">
            <a:extLst xmlns:a="http://schemas.openxmlformats.org/drawingml/2006/main">
              <a:ext uri="{FF2B5EF4-FFF2-40B4-BE49-F238E27FC236}">
                <a16:creationId xmlns:a16="http://schemas.microsoft.com/office/drawing/2014/main" id="{AE6413DD-873A-4266-A000-F93E040327CB}"/>
              </a:ext>
            </a:extLst>
          </p:cNvPr>
          <p:cNvSpPr>
            <a:spLocks xmlns:a="http://schemas.openxmlformats.org/drawingml/2006/main" noGrp="1"/>
          </p:cNvSpPr>
          <p:nvPr/>
        </p:nvSpPr>
        <p:spPr>
          <a:xfrm xmlns:a="http://schemas.openxmlformats.org/drawingml/2006/main">
            <a:off x="5029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3  Evaluate</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12 explicit checks</a:t>
            </a:r>
          </a:p>
        </p:txBody>
      </p:sp>
      <p:sp>
        <p:nvSpPr>
          <p:cNvPr id="17415" name="method-stage-4">
            <a:extLst xmlns:a="http://schemas.openxmlformats.org/drawingml/2006/main">
              <a:ext uri="{FF2B5EF4-FFF2-40B4-BE49-F238E27FC236}">
                <a16:creationId xmlns:a16="http://schemas.microsoft.com/office/drawing/2014/main" id="{CD920253-7C21-42E2-9D39-C4A612F33E0B}"/>
              </a:ext>
            </a:extLst>
          </p:cNvPr>
          <p:cNvSpPr>
            <a:spLocks xmlns:a="http://schemas.openxmlformats.org/drawingml/2006/main" noGrp="1"/>
          </p:cNvSpPr>
          <p:nvPr/>
        </p:nvSpPr>
        <p:spPr>
          <a:xfrm xmlns:a="http://schemas.openxmlformats.org/drawingml/2006/main">
            <a:off x="7315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4  Review</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Clarification request</a:t>
            </a:r>
          </a:p>
        </p:txBody>
      </p:sp>
      <p:sp>
        <p:nvSpPr>
          <p:cNvPr id="17416" name="method-stage-5">
            <a:extLst xmlns:a="http://schemas.openxmlformats.org/drawingml/2006/main">
              <a:ext uri="{FF2B5EF4-FFF2-40B4-BE49-F238E27FC236}">
                <a16:creationId xmlns:a16="http://schemas.microsoft.com/office/drawing/2014/main" id="{56270505-8499-4DDE-9F7D-5FE5A225D6A6}"/>
              </a:ext>
            </a:extLst>
          </p:cNvPr>
          <p:cNvSpPr>
            <a:spLocks xmlns:a="http://schemas.openxmlformats.org/drawingml/2006/main" noGrp="1"/>
          </p:cNvSpPr>
          <p:nvPr/>
        </p:nvSpPr>
        <p:spPr>
          <a:xfrm xmlns:a="http://schemas.openxmlformats.org/drawingml/2006/main">
            <a:off x="9601200" y="1695450"/>
            <a:ext cx="2076450" cy="866775"/>
          </a:xfrm>
          <a:prstGeom xmlns:a="http://schemas.openxmlformats.org/drawingml/2006/main" prst="rect">
            <a:avLst/>
          </a:prstGeom>
          <a:solidFill xmlns:a="http://schemas.openxmlformats.org/drawingml/2006/main">
            <a:srgbClr val="14243B"/>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  Correct</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Impact and re-review</a:t>
            </a:r>
          </a:p>
        </p:txBody>
      </p:sp>
      <p:sp>
        <p:nvSpPr>
          <p:cNvPr id="17421" name="tech-label">
            <a:extLst xmlns:a="http://schemas.openxmlformats.org/drawingml/2006/main">
              <a:ext uri="{FF2B5EF4-FFF2-40B4-BE49-F238E27FC236}">
                <a16:creationId xmlns:a16="http://schemas.microsoft.com/office/drawing/2014/main" id="{E99170FD-002F-4A2C-88BC-DBA0B6F359B9}"/>
              </a:ext>
            </a:extLst>
          </p:cNvPr>
          <p:cNvSpPr>
            <a:spLocks xmlns:a="http://schemas.openxmlformats.org/drawingml/2006/main" noGrp="1"/>
          </p:cNvSpPr>
          <p:nvPr/>
        </p:nvSpPr>
        <p:spPr>
          <a:xfrm xmlns:a="http://schemas.openxmlformats.org/drawingml/2006/main">
            <a:off x="457200" y="2895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Technologies used</a:t>
            </a:r>
          </a:p>
        </p:txBody>
      </p:sp>
      <p:graphicFrame>
        <p:nvGraphicFramePr>
          <p:cNvPr id="17422" name="">
            <a:extLst xmlns:a="http://schemas.openxmlformats.org/drawingml/2006/main">
              <a:ext uri="{FF2B5EF4-FFF2-40B4-BE49-F238E27FC236}">
                <a16:creationId xmlns:a16="http://schemas.microsoft.com/office/drawing/2014/main" id="{8B334F7E-4549-4887-8E12-EBAF924F5B89}"/>
              </a:ext>
            </a:extLst>
          </p:cNvPr>
          <p:cNvGraphicFramePr/>
          <p:nvPr/>
        </p:nvGraphicFramePr>
        <p:xfrm>
          <a:off xmlns:a="http://schemas.openxmlformats.org/drawingml/2006/main" x="457200" y="3314700"/>
          <a:ext xmlns:a="http://schemas.openxmlformats.org/drawingml/2006/main" cx="4000500" cy="2447925"/>
        </p:xfrm>
        <a:graphic xmlns:a="http://schemas.openxmlformats.org/drawingml/2006/main">
          <a:graphicData uri="http://schemas.openxmlformats.org/drawingml/2006/table">
            <a:tbl>
              <a:tblPr/>
              <a:tblGrid>
                <a:gridCol w="1171575"/>
                <a:gridCol w="2828925"/>
              </a:tblGrid>
              <a:tr h="407988">
                <a:tc>
                  <a:txBody>
                    <a:bodyPr wrap="square" lIns="133350" tIns="95250" rIns="114300" bIns="95250">
                      <a:noAutofit/>
                    </a:bodyPr>
                    <a:lstStyle/>
                    <a:p>
                      <a:r>
                        <a:rPr sz="1575" b="1">
                          <a:solidFill>
                            <a:srgbClr val="FFFFFF"/>
                          </a:solidFill>
                          <a:latin typeface="Arial"/>
                          <a:ea typeface="Arial"/>
                          <a:cs typeface="Arial"/>
                        </a:rPr>
                        <a:t>Layer</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Implementation</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07988">
                <a:tc>
                  <a:txBody>
                    <a:bodyPr wrap="square" lIns="133350" tIns="95250" rIns="114300" bIns="95250">
                      <a:noAutofit/>
                    </a:bodyPr>
                    <a:lstStyle/>
                    <a:p>
                      <a:r>
                        <a:rPr sz="1575" b="0">
                          <a:solidFill>
                            <a:srgbClr val="14243B"/>
                          </a:solidFill>
                          <a:latin typeface="Arial"/>
                          <a:ea typeface="Arial"/>
                          <a:cs typeface="Arial"/>
                        </a:rPr>
                        <a:t>Interface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React + TypeScript</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API</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Node.js + Express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SQLite + private files</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Extraction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pdf-parse + Tesseract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Reports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jsPDF</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bl>
          </a:graphicData>
        </a:graphic>
      </p:graphicFrame>
      <p:sp>
        <p:nvSpPr>
          <p:cNvPr id="17423" name="prototype-label">
            <a:extLst xmlns:a="http://schemas.openxmlformats.org/drawingml/2006/main">
              <a:ext uri="{FF2B5EF4-FFF2-40B4-BE49-F238E27FC236}">
                <a16:creationId xmlns:a16="http://schemas.microsoft.com/office/drawing/2014/main" id="{21AC0B3E-8BCA-4776-AE3B-AAB8CD2E9220}"/>
              </a:ext>
            </a:extLst>
          </p:cNvPr>
          <p:cNvSpPr>
            <a:spLocks xmlns:a="http://schemas.openxmlformats.org/drawingml/2006/main" noGrp="1"/>
          </p:cNvSpPr>
          <p:nvPr/>
        </p:nvSpPr>
        <p:spPr>
          <a:xfrm xmlns:a="http://schemas.openxmlformats.org/drawingml/2006/main">
            <a:off x="4857750" y="28956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F497D"/>
                </a:solidFill>
                <a:latin typeface="Arial"/>
                <a:ea typeface="Arial"/>
                <a:cs typeface="Arial"/>
              </a:defRPr>
            </a:defPPr>
            <a:lvl1pPr algn="l">
              <a:defRPr sz="1875" b="1">
                <a:solidFill>
                  <a:srgbClr val="1F497D"/>
                </a:solidFill>
                <a:latin typeface="Arial"/>
                <a:ea typeface="Arial"/>
                <a:cs typeface="Arial"/>
              </a:defRPr>
            </a:lvl1pPr>
            <a:lvl2pPr algn="l">
              <a:defRPr sz="1875" b="1">
                <a:solidFill>
                  <a:srgbClr val="1F497D"/>
                </a:solidFill>
                <a:latin typeface="Arial"/>
                <a:ea typeface="Arial"/>
                <a:cs typeface="Arial"/>
              </a:defRPr>
            </a:lvl2pPr>
            <a:lvl3pPr algn="l">
              <a:defRPr sz="1875" b="1">
                <a:solidFill>
                  <a:srgbClr val="1F497D"/>
                </a:solidFill>
                <a:latin typeface="Arial"/>
                <a:ea typeface="Arial"/>
                <a:cs typeface="Arial"/>
              </a:defRPr>
            </a:lvl3pPr>
            <a:lvl4pPr algn="l">
              <a:defRPr sz="1875" b="1">
                <a:solidFill>
                  <a:srgbClr val="1F497D"/>
                </a:solidFill>
                <a:latin typeface="Arial"/>
                <a:ea typeface="Arial"/>
                <a:cs typeface="Arial"/>
              </a:defRPr>
            </a:lvl4pPr>
            <a:lvl5pPr algn="l">
              <a:defRPr sz="1875" b="1">
                <a:solidFill>
                  <a:srgbClr val="1F497D"/>
                </a:solidFill>
                <a:latin typeface="Arial"/>
                <a:ea typeface="Arial"/>
                <a:cs typeface="Arial"/>
              </a:defRPr>
            </a:lvl5pPr>
            <a:lvl6pPr algn="l">
              <a:defRPr sz="1875" b="1">
                <a:solidFill>
                  <a:srgbClr val="1F497D"/>
                </a:solidFill>
                <a:latin typeface="Arial"/>
                <a:ea typeface="Arial"/>
                <a:cs typeface="Arial"/>
              </a:defRPr>
            </a:lvl6pPr>
            <a:lvl7pPr algn="l">
              <a:defRPr sz="1875" b="1">
                <a:solidFill>
                  <a:srgbClr val="1F497D"/>
                </a:solidFill>
                <a:latin typeface="Arial"/>
                <a:ea typeface="Arial"/>
                <a:cs typeface="Arial"/>
              </a:defRPr>
            </a:lvl7pPr>
            <a:lvl8pPr algn="l">
              <a:defRPr sz="1875" b="1">
                <a:solidFill>
                  <a:srgbClr val="1F497D"/>
                </a:solidFill>
                <a:latin typeface="Arial"/>
                <a:ea typeface="Arial"/>
                <a:cs typeface="Arial"/>
              </a:defRPr>
            </a:lvl8pPr>
            <a:lvl9pPr algn="l">
              <a:defRPr sz="1875" b="1">
                <a:solidFill>
                  <a:srgbClr val="1F497D"/>
                </a:solidFill>
                <a:latin typeface="Arial"/>
                <a:ea typeface="Arial"/>
                <a:cs typeface="Arial"/>
              </a:defRPr>
            </a:lvl9pPr>
          </a:lstStyle>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Working prototype: calculated replacement impact</a:t>
            </a:r>
          </a:p>
        </p:txBody>
      </p:sp>
      <p:pic>
        <p:nvPicPr>
          <p:cNvPr id="17424" name="">
            <a:extLst xmlns:a="http://schemas.openxmlformats.org/drawingml/2006/main">
              <a:ext uri="{FF2B5EF4-FFF2-40B4-BE49-F238E27FC236}">
                <a16:creationId xmlns:a16="http://schemas.microsoft.com/office/drawing/2014/main" id="{C192C8F2-8E1C-4E47-9F19-92C8B3D82293}"/>
              </a:ext>
            </a:extLst>
          </p:cNvPr>
          <p:cNvPicPr>
            <a:picLocks xmlns:a="http://schemas.openxmlformats.org/drawingml/2006/main" noChangeAspect="1"/>
          </p:cNvPicPr>
          <p:nvPr/>
        </p:nvPicPr>
        <p:blipFill>
          <a:blip xmlns:r="http://schemas.openxmlformats.org/officeDocument/2006/relationships" xmlns:a="http://schemas.openxmlformats.org/drawingml/2006/main" r:embed="R5d3715f684514e3a"/>
          <a:srcRect xmlns:a="http://schemas.openxmlformats.org/drawingml/2006/main" l="17000" t="4000" r="1000" b="43000"/>
          <a:stretch xmlns:a="http://schemas.openxmlformats.org/drawingml/2006/main"/>
        </p:blipFill>
        <p:spPr>
          <a:xfrm xmlns:a="http://schemas.openxmlformats.org/drawingml/2006/main">
            <a:off x="4857750" y="3314700"/>
            <a:ext cx="6762750" cy="2362200"/>
          </a:xfrm>
          <a:prstGeom xmlns:a="http://schemas.openxmlformats.org/drawingml/2006/main" prst="rect">
            <a:avLst/>
          </a:prstGeom>
        </p:spPr>
      </p:pic>
      <p:sp>
        <p:nvSpPr>
          <p:cNvPr id="17425" name="tech-boundary">
            <a:extLst xmlns:a="http://schemas.openxmlformats.org/drawingml/2006/main">
              <a:ext uri="{FF2B5EF4-FFF2-40B4-BE49-F238E27FC236}">
                <a16:creationId xmlns:a16="http://schemas.microsoft.com/office/drawing/2014/main" id="{C50114FA-5CB2-481C-AC62-735F19362669}"/>
              </a:ext>
            </a:extLst>
          </p:cNvPr>
          <p:cNvSpPr>
            <a:spLocks xmlns:a="http://schemas.openxmlformats.org/drawingml/2006/main" noGrp="1"/>
          </p:cNvSpPr>
          <p:nvPr/>
        </p:nvSpPr>
        <p:spPr>
          <a:xfrm xmlns:a="http://schemas.openxmlformats.org/drawingml/2006/main">
            <a:off x="4857750" y="5781675"/>
            <a:ext cx="676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F766E"/>
                </a:solidFill>
                <a:latin typeface="Arial"/>
                <a:ea typeface="Arial"/>
                <a:cs typeface="Arial"/>
              </a:defRPr>
            </a:defPPr>
            <a:lvl1pPr algn="l">
              <a:defRPr sz="1500" b="1">
                <a:solidFill>
                  <a:srgbClr val="0F766E"/>
                </a:solidFill>
                <a:latin typeface="Arial"/>
                <a:ea typeface="Arial"/>
                <a:cs typeface="Arial"/>
              </a:defRPr>
            </a:lvl1pPr>
            <a:lvl2pPr algn="l">
              <a:defRPr sz="1500" b="1">
                <a:solidFill>
                  <a:srgbClr val="0F766E"/>
                </a:solidFill>
                <a:latin typeface="Arial"/>
                <a:ea typeface="Arial"/>
                <a:cs typeface="Arial"/>
              </a:defRPr>
            </a:lvl2pPr>
            <a:lvl3pPr algn="l">
              <a:defRPr sz="1500" b="1">
                <a:solidFill>
                  <a:srgbClr val="0F766E"/>
                </a:solidFill>
                <a:latin typeface="Arial"/>
                <a:ea typeface="Arial"/>
                <a:cs typeface="Arial"/>
              </a:defRPr>
            </a:lvl3pPr>
            <a:lvl4pPr algn="l">
              <a:defRPr sz="1500" b="1">
                <a:solidFill>
                  <a:srgbClr val="0F766E"/>
                </a:solidFill>
                <a:latin typeface="Arial"/>
                <a:ea typeface="Arial"/>
                <a:cs typeface="Arial"/>
              </a:defRPr>
            </a:lvl4pPr>
            <a:lvl5pPr algn="l">
              <a:defRPr sz="1500" b="1">
                <a:solidFill>
                  <a:srgbClr val="0F766E"/>
                </a:solidFill>
                <a:latin typeface="Arial"/>
                <a:ea typeface="Arial"/>
                <a:cs typeface="Arial"/>
              </a:defRPr>
            </a:lvl5pPr>
            <a:lvl6pPr algn="l">
              <a:defRPr sz="1500" b="1">
                <a:solidFill>
                  <a:srgbClr val="0F766E"/>
                </a:solidFill>
                <a:latin typeface="Arial"/>
                <a:ea typeface="Arial"/>
                <a:cs typeface="Arial"/>
              </a:defRPr>
            </a:lvl6pPr>
            <a:lvl7pPr algn="l">
              <a:defRPr sz="1500" b="1">
                <a:solidFill>
                  <a:srgbClr val="0F766E"/>
                </a:solidFill>
                <a:latin typeface="Arial"/>
                <a:ea typeface="Arial"/>
                <a:cs typeface="Arial"/>
              </a:defRPr>
            </a:lvl7pPr>
            <a:lvl8pPr algn="l">
              <a:defRPr sz="1500" b="1">
                <a:solidFill>
                  <a:srgbClr val="0F766E"/>
                </a:solidFill>
                <a:latin typeface="Arial"/>
                <a:ea typeface="Arial"/>
                <a:cs typeface="Arial"/>
              </a:defRPr>
            </a:lvl8pPr>
            <a:lvl9pPr algn="l">
              <a:defRPr sz="1500" b="1">
                <a:solidFill>
                  <a:srgbClr val="0F766E"/>
                </a:solidFill>
                <a:latin typeface="Arial"/>
                <a:ea typeface="Arial"/>
                <a:cs typeface="Arial"/>
              </a:defRPr>
            </a:lvl9pPr>
          </a:lstStyle>
          <a:p xmlns:a="http://schemas.openxmlformats.org/drawingml/2006/main">
            <a:pPr algn="l">
              <a:defRPr sz="1500" b="1">
                <a:solidFill>
                  <a:srgbClr val="0F766E"/>
                </a:solidFill>
                <a:latin typeface="Arial"/>
                <a:ea typeface="Arial"/>
                <a:cs typeface="Arial"/>
              </a:defRPr>
            </a:pPr>
            <a:r>
              <a:rPr sz="1500" b="1">
                <a:solidFill>
                  <a:srgbClr val="0F766E"/>
                </a:solidFill>
                <a:latin typeface="Arial"/>
                <a:ea typeface="Arial"/>
                <a:cs typeface="Arial"/>
              </a:rPr>
              <a:t>Server rules evaluate evidence. Original versions and review fingerprints persist.</a:t>
            </a:r>
          </a:p>
        </p:txBody>
      </p:sp>
    </p:spTree>
    <p:extLst>
      <p:ext uri="{BB962C8B-B14F-4D97-AF65-F5344CB8AC3E}">
        <p14:creationId xmlns:p14="http://schemas.microsoft.com/office/powerpoint/2010/main" val="12372038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E8D009C-9F4D-418B-8172-8E357ACE77A9}"/>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7B1CDC43-0D93-4EBF-9252-2FB0D7CB4A20}"/>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FD6AB9A-5F9E-5F59-51AB-3C8734130965}" type="slidenum">
              <a:rPr sz="1125" b="1" i="0" u="none" strike="noStrike" cap="none" spc="0" baseline="0">
                <a:ln>
                  <a:noFill/>
                </a:ln>
                <a:solidFill>
                  <a:srgbClr val="FFFFFF"/>
                </a:solidFill>
                <a:latin typeface="Arial"/>
                <a:ea typeface="Arial"/>
                <a:cs typeface="Arial"/>
              </a:rPr>
              <a:t>4</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8B454FF-0370-4DF3-90F7-92B300C3296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1" name="Picture 10">
            <a:extLst xmlns:a="http://schemas.openxmlformats.org/drawingml/2006/main">
              <a:ext uri="{FF2B5EF4-FFF2-40B4-BE49-F238E27FC236}">
                <a16:creationId xmlns:a16="http://schemas.microsoft.com/office/drawing/2014/main" id="{B9E0B8A8-7F06-4BAC-B4FE-9A63E267AEE8}"/>
              </a:ext>
            </a:extLst>
          </p:cNvPr>
          <p:cNvPicPr>
            <a:picLocks xmlns:a="http://schemas.openxmlformats.org/drawingml/2006/main" noChangeAspect="1"/>
          </p:cNvPicPr>
          <p:nvPr/>
        </p:nvPicPr>
        <p:blipFill>
          <a:blip xmlns:r="http://schemas.openxmlformats.org/officeDocument/2006/relationships" xmlns:a="http://schemas.openxmlformats.org/drawingml/2006/main" r:embed="R160df9ebfdf449e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0" name="registered-team-mark">
            <a:extLst xmlns:a="http://schemas.openxmlformats.org/drawingml/2006/main">
              <a:ext uri="{FF2B5EF4-FFF2-40B4-BE49-F238E27FC236}">
                <a16:creationId xmlns:a16="http://schemas.microsoft.com/office/drawing/2014/main" id="{68AA14C2-6CD7-4B55-9721-BEA2E81E66E2}"/>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sp>
        <p:nvSpPr>
          <p:cNvPr id="17411" name="feasibility-subject">
            <a:extLst xmlns:a="http://schemas.openxmlformats.org/drawingml/2006/main">
              <a:ext uri="{FF2B5EF4-FFF2-40B4-BE49-F238E27FC236}">
                <a16:creationId xmlns:a16="http://schemas.microsoft.com/office/drawing/2014/main" id="{C3B9B55D-005E-4E60-8894-60F9C88BFA48}"/>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A working local prototype with tested review controls</a:t>
            </a:r>
          </a:p>
        </p:txBody>
      </p:sp>
      <p:sp>
        <p:nvSpPr>
          <p:cNvPr id="17412" name="test-count">
            <a:extLst xmlns:a="http://schemas.openxmlformats.org/drawingml/2006/main">
              <a:ext uri="{FF2B5EF4-FFF2-40B4-BE49-F238E27FC236}">
                <a16:creationId xmlns:a16="http://schemas.microsoft.com/office/drawing/2014/main" id="{1212045C-0FC8-4C98-96AE-F3758497BEF4}"/>
              </a:ext>
            </a:extLst>
          </p:cNvPr>
          <p:cNvSpPr>
            <a:spLocks xmlns:a="http://schemas.openxmlformats.org/drawingml/2006/main" noGrp="1"/>
          </p:cNvSpPr>
          <p:nvPr/>
        </p:nvSpPr>
        <p:spPr>
          <a:xfrm xmlns:a="http://schemas.openxmlformats.org/drawingml/2006/main">
            <a:off x="457200" y="1762125"/>
            <a:ext cx="138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40</a:t>
            </a:r>
          </a:p>
        </p:txBody>
      </p:sp>
      <p:sp>
        <p:nvSpPr>
          <p:cNvPr id="17413" name="test-label">
            <a:extLst xmlns:a="http://schemas.openxmlformats.org/drawingml/2006/main">
              <a:ext uri="{FF2B5EF4-FFF2-40B4-BE49-F238E27FC236}">
                <a16:creationId xmlns:a16="http://schemas.microsoft.com/office/drawing/2014/main" id="{395E95DF-B7B5-4827-B29E-6363596D8422}"/>
              </a:ext>
            </a:extLst>
          </p:cNvPr>
          <p:cNvSpPr>
            <a:spLocks xmlns:a="http://schemas.openxmlformats.org/drawingml/2006/main" noGrp="1"/>
          </p:cNvSpPr>
          <p:nvPr/>
        </p:nvSpPr>
        <p:spPr>
          <a:xfrm xmlns:a="http://schemas.openxmlformats.org/drawingml/2006/main">
            <a:off x="1914525" y="19050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API and rule</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tests passed</a:t>
            </a:r>
          </a:p>
        </p:txBody>
      </p:sp>
      <p:sp>
        <p:nvSpPr>
          <p:cNvPr id="17414" name="evaluation-count">
            <a:extLst xmlns:a="http://schemas.openxmlformats.org/drawingml/2006/main">
              <a:ext uri="{FF2B5EF4-FFF2-40B4-BE49-F238E27FC236}">
                <a16:creationId xmlns:a16="http://schemas.microsoft.com/office/drawing/2014/main" id="{597C6279-E0B1-40ED-B470-FC8023CD72B9}"/>
              </a:ext>
            </a:extLst>
          </p:cNvPr>
          <p:cNvSpPr>
            <a:spLocks xmlns:a="http://schemas.openxmlformats.org/drawingml/2006/main" noGrp="1"/>
          </p:cNvSpPr>
          <p:nvPr/>
        </p:nvSpPr>
        <p:spPr>
          <a:xfrm xmlns:a="http://schemas.openxmlformats.org/drawingml/2006/main">
            <a:off x="4572000" y="1762125"/>
            <a:ext cx="138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12</a:t>
            </a:r>
          </a:p>
        </p:txBody>
      </p:sp>
      <p:sp>
        <p:nvSpPr>
          <p:cNvPr id="17415" name="evaluation-label">
            <a:extLst xmlns:a="http://schemas.openxmlformats.org/drawingml/2006/main">
              <a:ext uri="{FF2B5EF4-FFF2-40B4-BE49-F238E27FC236}">
                <a16:creationId xmlns:a16="http://schemas.microsoft.com/office/drawing/2014/main" id="{FB4BAA73-8056-40BB-A96E-D43DED7C9263}"/>
              </a:ext>
            </a:extLst>
          </p:cNvPr>
          <p:cNvSpPr>
            <a:spLocks xmlns:a="http://schemas.openxmlformats.org/drawingml/2006/main" noGrp="1"/>
          </p:cNvSpPr>
          <p:nvPr/>
        </p:nvSpPr>
        <p:spPr>
          <a:xfrm xmlns:a="http://schemas.openxmlformats.org/drawingml/2006/main">
            <a:off x="6010275" y="19050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Synthetic PDF cases</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matched expected results</a:t>
            </a:r>
          </a:p>
        </p:txBody>
      </p:sp>
      <p:sp>
        <p:nvSpPr>
          <p:cNvPr id="17416" name="feasibility-proof">
            <a:extLst xmlns:a="http://schemas.openxmlformats.org/drawingml/2006/main">
              <a:ext uri="{FF2B5EF4-FFF2-40B4-BE49-F238E27FC236}">
                <a16:creationId xmlns:a16="http://schemas.microsoft.com/office/drawing/2014/main" id="{D5C05B99-D028-4262-9E4C-AEF25B210637}"/>
              </a:ext>
            </a:extLst>
          </p:cNvPr>
          <p:cNvSpPr>
            <a:spLocks xmlns:a="http://schemas.openxmlformats.org/drawingml/2006/main" noGrp="1"/>
          </p:cNvSpPr>
          <p:nvPr/>
        </p:nvSpPr>
        <p:spPr>
          <a:xfrm xmlns:a="http://schemas.openxmlformats.org/drawingml/2006/main">
            <a:off x="457200" y="26860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6"/>
                </a:solidFill>
                <a:latin typeface="Arial"/>
                <a:ea typeface="Arial"/>
                <a:cs typeface="Arial"/>
              </a:defRPr>
            </a:defPPr>
            <a:lvl1pPr algn="l">
              <a:defRPr sz="1725" b="0">
                <a:solidFill>
                  <a:srgbClr val="526176"/>
                </a:solidFill>
                <a:latin typeface="Arial"/>
                <a:ea typeface="Arial"/>
                <a:cs typeface="Arial"/>
              </a:defRPr>
            </a:lvl1pPr>
            <a:lvl2pPr algn="l">
              <a:defRPr sz="1725" b="0">
                <a:solidFill>
                  <a:srgbClr val="526176"/>
                </a:solidFill>
                <a:latin typeface="Arial"/>
                <a:ea typeface="Arial"/>
                <a:cs typeface="Arial"/>
              </a:defRPr>
            </a:lvl2pPr>
            <a:lvl3pPr algn="l">
              <a:defRPr sz="1725" b="0">
                <a:solidFill>
                  <a:srgbClr val="526176"/>
                </a:solidFill>
                <a:latin typeface="Arial"/>
                <a:ea typeface="Arial"/>
                <a:cs typeface="Arial"/>
              </a:defRPr>
            </a:lvl3pPr>
            <a:lvl4pPr algn="l">
              <a:defRPr sz="1725" b="0">
                <a:solidFill>
                  <a:srgbClr val="526176"/>
                </a:solidFill>
                <a:latin typeface="Arial"/>
                <a:ea typeface="Arial"/>
                <a:cs typeface="Arial"/>
              </a:defRPr>
            </a:lvl4pPr>
            <a:lvl5pPr algn="l">
              <a:defRPr sz="1725" b="0">
                <a:solidFill>
                  <a:srgbClr val="526176"/>
                </a:solidFill>
                <a:latin typeface="Arial"/>
                <a:ea typeface="Arial"/>
                <a:cs typeface="Arial"/>
              </a:defRPr>
            </a:lvl5pPr>
            <a:lvl6pPr algn="l">
              <a:defRPr sz="1725" b="0">
                <a:solidFill>
                  <a:srgbClr val="526176"/>
                </a:solidFill>
                <a:latin typeface="Arial"/>
                <a:ea typeface="Arial"/>
                <a:cs typeface="Arial"/>
              </a:defRPr>
            </a:lvl6pPr>
            <a:lvl7pPr algn="l">
              <a:defRPr sz="1725" b="0">
                <a:solidFill>
                  <a:srgbClr val="526176"/>
                </a:solidFill>
                <a:latin typeface="Arial"/>
                <a:ea typeface="Arial"/>
                <a:cs typeface="Arial"/>
              </a:defRPr>
            </a:lvl7pPr>
            <a:lvl8pPr algn="l">
              <a:defRPr sz="1725" b="0">
                <a:solidFill>
                  <a:srgbClr val="526176"/>
                </a:solidFill>
                <a:latin typeface="Arial"/>
                <a:ea typeface="Arial"/>
                <a:cs typeface="Arial"/>
              </a:defRPr>
            </a:lvl8pPr>
            <a:lvl9pPr algn="l">
              <a:defRPr sz="1725" b="0">
                <a:solidFill>
                  <a:srgbClr val="526176"/>
                </a:solidFill>
                <a:latin typeface="Arial"/>
                <a:ea typeface="Arial"/>
                <a:cs typeface="Arial"/>
              </a:defRPr>
            </a:lvl9pPr>
          </a:lstStyle>
          <a:p xmlns:a="http://schemas.openxmlformats.org/drawingml/2006/main">
            <a:pPr algn="l">
              <a:defRPr sz="1725" b="0">
                <a:solidFill>
                  <a:srgbClr val="526176"/>
                </a:solidFill>
                <a:latin typeface="Arial"/>
                <a:ea typeface="Arial"/>
                <a:cs typeface="Arial"/>
              </a:defRPr>
            </a:pPr>
            <a:r>
              <a:rPr sz="1725" b="0">
                <a:solidFill>
                  <a:srgbClr val="526176"/>
                </a:solidFill>
                <a:latin typeface="Arial"/>
                <a:ea typeface="Arial"/>
                <a:cs typeface="Arial"/>
              </a:rPr>
              <a:t>Build and protected browser journey passed. No cloud key is required for the local demo.</a:t>
            </a:r>
          </a:p>
        </p:txBody>
      </p:sp>
      <p:graphicFrame>
        <p:nvGraphicFramePr>
          <p:cNvPr id="17417" name="">
            <a:extLst xmlns:a="http://schemas.openxmlformats.org/drawingml/2006/main">
              <a:ext uri="{FF2B5EF4-FFF2-40B4-BE49-F238E27FC236}">
                <a16:creationId xmlns:a16="http://schemas.microsoft.com/office/drawing/2014/main" id="{A8293AB2-6E51-4729-8C19-D77C368A62F7}"/>
              </a:ext>
            </a:extLst>
          </p:cNvPr>
          <p:cNvGraphicFramePr/>
          <p:nvPr/>
        </p:nvGraphicFramePr>
        <p:xfrm>
          <a:off xmlns:a="http://schemas.openxmlformats.org/drawingml/2006/main" x="457200" y="3267075"/>
          <a:ext xmlns:a="http://schemas.openxmlformats.org/drawingml/2006/main" cx="11239500" cy="2495550"/>
        </p:xfrm>
        <a:graphic xmlns:a="http://schemas.openxmlformats.org/drawingml/2006/main">
          <a:graphicData uri="http://schemas.openxmlformats.org/drawingml/2006/table">
            <a:tbl>
              <a:tblPr/>
              <a:tblGrid>
                <a:gridCol w="3829050"/>
                <a:gridCol w="7410450"/>
              </a:tblGrid>
              <a:tr h="499110">
                <a:tc>
                  <a:txBody>
                    <a:bodyPr wrap="square" lIns="133350" tIns="95250" rIns="114300" bIns="95250">
                      <a:noAutofit/>
                    </a:bodyPr>
                    <a:lstStyle/>
                    <a:p>
                      <a:r>
                        <a:rPr sz="1650" b="1">
                          <a:solidFill>
                            <a:srgbClr val="FFFFFF"/>
                          </a:solidFill>
                          <a:latin typeface="Arial"/>
                          <a:ea typeface="Arial"/>
                          <a:cs typeface="Arial"/>
                        </a:rPr>
                        <a:t>Challenge / risk</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650" b="1">
                          <a:solidFill>
                            <a:srgbClr val="FFFFFF"/>
                          </a:solidFill>
                          <a:latin typeface="Arial"/>
                          <a:ea typeface="Arial"/>
                          <a:cs typeface="Arial"/>
                        </a:rPr>
                        <a:t>Strategy in the prototype or next pilot step</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99110">
                <a:tc>
                  <a:txBody>
                    <a:bodyPr wrap="square" lIns="133350" tIns="95250" rIns="114300" bIns="95250">
                      <a:noAutofit/>
                    </a:bodyPr>
                    <a:lstStyle/>
                    <a:p>
                      <a:r>
                        <a:rPr sz="1650" b="0">
                          <a:solidFill>
                            <a:srgbClr val="14243B"/>
                          </a:solidFill>
                          <a:latin typeface="Arial"/>
                          <a:ea typeface="Arial"/>
                          <a:cs typeface="Arial"/>
                        </a:rPr>
                        <a:t>Ambiguous or unreadable 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Keep the finding unresolved and expose the original page.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Changed evidence with an earlier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Fingerprint reviews and reject outdated impact previews.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99110">
                <a:tc>
                  <a:txBody>
                    <a:bodyPr wrap="square" lIns="133350" tIns="95250" rIns="114300" bIns="95250">
                      <a:noAutofit/>
                    </a:bodyPr>
                    <a:lstStyle/>
                    <a:p>
                      <a:r>
                        <a:rPr sz="1650" b="0">
                          <a:solidFill>
                            <a:srgbClr val="14243B"/>
                          </a:solidFill>
                          <a:latin typeface="Arial"/>
                          <a:ea typeface="Arial"/>
                          <a:cs typeface="Arial"/>
                        </a:rPr>
                        <a:t>Issuer access or source outage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Show explicit simulation / unavailable states and manual follow-up.</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Rules and real-document diversity</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Validate the checklist with officials and test representative packets.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8" name="feasibility-limits">
            <a:extLst xmlns:a="http://schemas.openxmlformats.org/drawingml/2006/main">
              <a:ext uri="{FF2B5EF4-FFF2-40B4-BE49-F238E27FC236}">
                <a16:creationId xmlns:a16="http://schemas.microsoft.com/office/drawing/2014/main" id="{139D82EC-6E38-42E8-8BE2-07837FE7DD55}"/>
              </a:ext>
            </a:extLst>
          </p:cNvPr>
          <p:cNvSpPr>
            <a:spLocks xmlns:a="http://schemas.openxmlformats.org/drawingml/2006/main" noGrp="1"/>
          </p:cNvSpPr>
          <p:nvPr/>
        </p:nvSpPr>
        <p:spPr>
          <a:xfrm xmlns:a="http://schemas.openxmlformats.org/drawingml/2006/main">
            <a:off x="457200" y="5895975"/>
            <a:ext cx="1123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76"/>
                </a:solidFill>
                <a:latin typeface="Arial"/>
                <a:ea typeface="Arial"/>
                <a:cs typeface="Arial"/>
              </a:defRPr>
            </a:defPPr>
            <a:lvl1pPr algn="l">
              <a:defRPr sz="1350" b="0">
                <a:solidFill>
                  <a:srgbClr val="526176"/>
                </a:solidFill>
                <a:latin typeface="Arial"/>
                <a:ea typeface="Arial"/>
                <a:cs typeface="Arial"/>
              </a:defRPr>
            </a:lvl1pPr>
            <a:lvl2pPr algn="l">
              <a:defRPr sz="1350" b="0">
                <a:solidFill>
                  <a:srgbClr val="526176"/>
                </a:solidFill>
                <a:latin typeface="Arial"/>
                <a:ea typeface="Arial"/>
                <a:cs typeface="Arial"/>
              </a:defRPr>
            </a:lvl2pPr>
            <a:lvl3pPr algn="l">
              <a:defRPr sz="1350" b="0">
                <a:solidFill>
                  <a:srgbClr val="526176"/>
                </a:solidFill>
                <a:latin typeface="Arial"/>
                <a:ea typeface="Arial"/>
                <a:cs typeface="Arial"/>
              </a:defRPr>
            </a:lvl3pPr>
            <a:lvl4pPr algn="l">
              <a:defRPr sz="1350" b="0">
                <a:solidFill>
                  <a:srgbClr val="526176"/>
                </a:solidFill>
                <a:latin typeface="Arial"/>
                <a:ea typeface="Arial"/>
                <a:cs typeface="Arial"/>
              </a:defRPr>
            </a:lvl4pPr>
            <a:lvl5pPr algn="l">
              <a:defRPr sz="1350" b="0">
                <a:solidFill>
                  <a:srgbClr val="526176"/>
                </a:solidFill>
                <a:latin typeface="Arial"/>
                <a:ea typeface="Arial"/>
                <a:cs typeface="Arial"/>
              </a:defRPr>
            </a:lvl5pPr>
            <a:lvl6pPr algn="l">
              <a:defRPr sz="1350" b="0">
                <a:solidFill>
                  <a:srgbClr val="526176"/>
                </a:solidFill>
                <a:latin typeface="Arial"/>
                <a:ea typeface="Arial"/>
                <a:cs typeface="Arial"/>
              </a:defRPr>
            </a:lvl6pPr>
            <a:lvl7pPr algn="l">
              <a:defRPr sz="1350" b="0">
                <a:solidFill>
                  <a:srgbClr val="526176"/>
                </a:solidFill>
                <a:latin typeface="Arial"/>
                <a:ea typeface="Arial"/>
                <a:cs typeface="Arial"/>
              </a:defRPr>
            </a:lvl7pPr>
            <a:lvl8pPr algn="l">
              <a:defRPr sz="1350" b="0">
                <a:solidFill>
                  <a:srgbClr val="526176"/>
                </a:solidFill>
                <a:latin typeface="Arial"/>
                <a:ea typeface="Arial"/>
                <a:cs typeface="Arial"/>
              </a:defRPr>
            </a:lvl8pPr>
            <a:lvl9pPr algn="l">
              <a:defRPr sz="1350" b="0">
                <a:solidFill>
                  <a:srgbClr val="526176"/>
                </a:solidFill>
                <a:latin typeface="Arial"/>
                <a:ea typeface="Arial"/>
                <a:cs typeface="Arial"/>
              </a:defRPr>
            </a:lvl9pPr>
          </a:lstStyle>
          <a:p xmlns:a="http://schemas.openxmlformats.org/drawingml/2006/main">
            <a:pPr algn="l">
              <a:defRPr sz="1350" b="0">
                <a:solidFill>
                  <a:srgbClr val="526176"/>
                </a:solidFill>
                <a:latin typeface="Arial"/>
                <a:ea typeface="Arial"/>
                <a:cs typeface="Arial"/>
              </a:defRPr>
            </a:pPr>
            <a:r>
              <a:rPr sz="1350" b="0">
                <a:solidFill>
                  <a:srgbClr val="526176"/>
                </a:solidFill>
                <a:latin typeface="Arial"/>
                <a:ea typeface="Arial"/>
                <a:cs typeface="Arial"/>
              </a:rPr>
              <a:t>Synthetic tests demonstrate behavior. Live issuer integration and signature validation remain pilot work.</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4AB84E96-80DE-48D2-BF35-96E37C2BA8EE}"/>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2E6E65D8-9123-40FA-BDE8-35D4486F21A7}"/>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E5B3003-2C54-13C6-9832-7637201064DE}" type="slidenum">
              <a:rPr sz="1125" b="1" i="0" u="none" strike="noStrike" cap="none" spc="0" baseline="0">
                <a:ln>
                  <a:noFill/>
                </a:ln>
                <a:solidFill>
                  <a:srgbClr val="FFFFFF"/>
                </a:solidFill>
                <a:latin typeface="Arial"/>
                <a:ea typeface="Arial"/>
                <a:cs typeface="Arial"/>
              </a:rPr>
              <a:t>5</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20653611-E17B-4563-B13F-D88099E55DF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1" name="Picture 10">
            <a:extLst xmlns:a="http://schemas.openxmlformats.org/drawingml/2006/main">
              <a:ext uri="{FF2B5EF4-FFF2-40B4-BE49-F238E27FC236}">
                <a16:creationId xmlns:a16="http://schemas.microsoft.com/office/drawing/2014/main" id="{D4CBDE26-6FE1-444F-8819-1B47871A3105}"/>
              </a:ext>
            </a:extLst>
          </p:cNvPr>
          <p:cNvPicPr>
            <a:picLocks xmlns:a="http://schemas.openxmlformats.org/drawingml/2006/main" noChangeAspect="1"/>
          </p:cNvPicPr>
          <p:nvPr/>
        </p:nvPicPr>
        <p:blipFill>
          <a:blip xmlns:r="http://schemas.openxmlformats.org/officeDocument/2006/relationships" xmlns:a="http://schemas.openxmlformats.org/drawingml/2006/main" r:embed="R0f820e0e16cf471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0" name="registered-team-mark">
            <a:extLst xmlns:a="http://schemas.openxmlformats.org/drawingml/2006/main">
              <a:ext uri="{FF2B5EF4-FFF2-40B4-BE49-F238E27FC236}">
                <a16:creationId xmlns:a16="http://schemas.microsoft.com/office/drawing/2014/main" id="{A41C87E2-E9F3-4160-85AC-47CD8859834F}"/>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sp>
        <p:nvSpPr>
          <p:cNvPr id="17411" name="impact-subject">
            <a:extLst xmlns:a="http://schemas.openxmlformats.org/drawingml/2006/main">
              <a:ext uri="{FF2B5EF4-FFF2-40B4-BE49-F238E27FC236}">
                <a16:creationId xmlns:a16="http://schemas.microsoft.com/office/drawing/2014/main" id="{DF03E89A-17D8-4AAF-B6B8-17044B4A287F}"/>
              </a:ext>
            </a:extLst>
          </p:cNvPr>
          <p:cNvSpPr>
            <a:spLocks xmlns:a="http://schemas.openxmlformats.org/drawingml/2006/main" noGrp="1"/>
          </p:cNvSpPr>
          <p:nvPr/>
        </p:nvSpPr>
        <p:spPr>
          <a:xfrm xmlns:a="http://schemas.openxmlformats.org/drawingml/2006/main">
            <a:off x="457200" y="1238250"/>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Clearer corrections and accountable review</a:t>
            </a:r>
          </a:p>
        </p:txBody>
      </p:sp>
      <p:sp>
        <p:nvSpPr>
          <p:cNvPr id="17412" name="reviewer-benefit-heading">
            <a:extLst xmlns:a="http://schemas.openxmlformats.org/drawingml/2006/main">
              <a:ext uri="{FF2B5EF4-FFF2-40B4-BE49-F238E27FC236}">
                <a16:creationId xmlns:a16="http://schemas.microsoft.com/office/drawing/2014/main" id="{AF8A646B-A0BA-48B2-96BE-808F1CF31BAE}"/>
              </a:ext>
            </a:extLst>
          </p:cNvPr>
          <p:cNvSpPr>
            <a:spLocks xmlns:a="http://schemas.openxmlformats.org/drawingml/2006/main" noGrp="1"/>
          </p:cNvSpPr>
          <p:nvPr/>
        </p:nvSpPr>
        <p:spPr>
          <a:xfrm xmlns:a="http://schemas.openxmlformats.org/drawingml/2006/main">
            <a:off x="457200" y="18954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REVIEWERS</a:t>
            </a:r>
          </a:p>
        </p:txBody>
      </p:sp>
      <p:sp>
        <p:nvSpPr>
          <p:cNvPr id="17413" name="reviewer-benefit-body">
            <a:extLst xmlns:a="http://schemas.openxmlformats.org/drawingml/2006/main">
              <a:ext uri="{FF2B5EF4-FFF2-40B4-BE49-F238E27FC236}">
                <a16:creationId xmlns:a16="http://schemas.microsoft.com/office/drawing/2014/main" id="{1E7D56D3-A339-4E41-8A5D-34BA3D671638}"/>
              </a:ext>
            </a:extLst>
          </p:cNvPr>
          <p:cNvSpPr>
            <a:spLocks xmlns:a="http://schemas.openxmlformats.org/drawingml/2006/main" noGrp="1"/>
          </p:cNvSpPr>
          <p:nvPr/>
        </p:nvSpPr>
        <p:spPr>
          <a:xfrm xmlns:a="http://schemas.openxmlformats.org/drawingml/2006/main">
            <a:off x="457200" y="22288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Identify which findings depend on changed evidence.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unaffected review context visible.</a:t>
            </a:r>
          </a:p>
        </p:txBody>
      </p:sp>
      <p:sp>
        <p:nvSpPr>
          <p:cNvPr id="17414" name="institution-benefit-heading">
            <a:extLst xmlns:a="http://schemas.openxmlformats.org/drawingml/2006/main">
              <a:ext uri="{FF2B5EF4-FFF2-40B4-BE49-F238E27FC236}">
                <a16:creationId xmlns:a16="http://schemas.microsoft.com/office/drawing/2014/main" id="{20242FFB-6B1C-4C99-9359-F323CE782258}"/>
              </a:ext>
            </a:extLst>
          </p:cNvPr>
          <p:cNvSpPr>
            <a:spLocks xmlns:a="http://schemas.openxmlformats.org/drawingml/2006/main" noGrp="1"/>
          </p:cNvSpPr>
          <p:nvPr/>
        </p:nvSpPr>
        <p:spPr>
          <a:xfrm xmlns:a="http://schemas.openxmlformats.org/drawingml/2006/main">
            <a:off x="457200" y="31527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INSTITUTIONS</a:t>
            </a:r>
          </a:p>
        </p:txBody>
      </p:sp>
      <p:sp>
        <p:nvSpPr>
          <p:cNvPr id="17415" name="institution-benefit-body">
            <a:extLst xmlns:a="http://schemas.openxmlformats.org/drawingml/2006/main">
              <a:ext uri="{FF2B5EF4-FFF2-40B4-BE49-F238E27FC236}">
                <a16:creationId xmlns:a16="http://schemas.microsoft.com/office/drawing/2014/main" id="{0B6F7ABD-8072-4CC5-98C3-E03E074F7F57}"/>
              </a:ext>
            </a:extLst>
          </p:cNvPr>
          <p:cNvSpPr>
            <a:spLocks xmlns:a="http://schemas.openxmlformats.org/drawingml/2006/main" noGrp="1"/>
          </p:cNvSpPr>
          <p:nvPr/>
        </p:nvSpPr>
        <p:spPr>
          <a:xfrm xmlns:a="http://schemas.openxmlformats.org/drawingml/2006/main">
            <a:off x="457200" y="34861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Receive a precise evidence request and a controlled</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way to propose a replacement.</a:t>
            </a:r>
          </a:p>
        </p:txBody>
      </p:sp>
      <p:sp>
        <p:nvSpPr>
          <p:cNvPr id="17416" name="accountability-benefit-heading">
            <a:extLst xmlns:a="http://schemas.openxmlformats.org/drawingml/2006/main">
              <a:ext uri="{FF2B5EF4-FFF2-40B4-BE49-F238E27FC236}">
                <a16:creationId xmlns:a16="http://schemas.microsoft.com/office/drawing/2014/main" id="{C1BE6BD9-B5D3-4AAC-9545-96313D46B162}"/>
              </a:ext>
            </a:extLst>
          </p:cNvPr>
          <p:cNvSpPr>
            <a:spLocks xmlns:a="http://schemas.openxmlformats.org/drawingml/2006/main" noGrp="1"/>
          </p:cNvSpPr>
          <p:nvPr/>
        </p:nvSpPr>
        <p:spPr>
          <a:xfrm xmlns:a="http://schemas.openxmlformats.org/drawingml/2006/main">
            <a:off x="457200" y="44100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ACCOUNTABILITY</a:t>
            </a:r>
          </a:p>
        </p:txBody>
      </p:sp>
      <p:sp>
        <p:nvSpPr>
          <p:cNvPr id="17417" name="accountability-benefit-body">
            <a:extLst xmlns:a="http://schemas.openxmlformats.org/drawingml/2006/main">
              <a:ext uri="{FF2B5EF4-FFF2-40B4-BE49-F238E27FC236}">
                <a16:creationId xmlns:a16="http://schemas.microsoft.com/office/drawing/2014/main" id="{8937B2F0-07BC-47A0-887F-E0ED2725C0FE}"/>
              </a:ext>
            </a:extLst>
          </p:cNvPr>
          <p:cNvSpPr>
            <a:spLocks xmlns:a="http://schemas.openxmlformats.org/drawingml/2006/main" noGrp="1"/>
          </p:cNvSpPr>
          <p:nvPr/>
        </p:nvSpPr>
        <p:spPr>
          <a:xfrm xmlns:a="http://schemas.openxmlformats.org/drawingml/2006/main">
            <a:off x="457200" y="47434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Retain original files, review reasons and versions.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unresolved verification visible in the report.</a:t>
            </a:r>
          </a:p>
        </p:txBody>
      </p:sp>
      <p:pic>
        <p:nvPicPr>
          <p:cNvPr id="17418" name="">
            <a:extLst xmlns:a="http://schemas.openxmlformats.org/drawingml/2006/main">
              <a:ext uri="{FF2B5EF4-FFF2-40B4-BE49-F238E27FC236}">
                <a16:creationId xmlns:a16="http://schemas.microsoft.com/office/drawing/2014/main" id="{6D71065C-580C-4C2F-ADFD-58D0DCA8FD21}"/>
              </a:ext>
            </a:extLst>
          </p:cNvPr>
          <p:cNvPicPr>
            <a:picLocks xmlns:a="http://schemas.openxmlformats.org/drawingml/2006/main" noChangeAspect="1"/>
          </p:cNvPicPr>
          <p:nvPr/>
        </p:nvPicPr>
        <p:blipFill>
          <a:blip xmlns:r="http://schemas.openxmlformats.org/officeDocument/2006/relationships" xmlns:a="http://schemas.openxmlformats.org/drawingml/2006/main" r:embed="R57a9336cbf3d4816"/>
          <a:srcRect xmlns:a="http://schemas.openxmlformats.org/drawingml/2006/main" l="4000" t="18000" r="4000" b="14000"/>
          <a:stretch xmlns:a="http://schemas.openxmlformats.org/drawingml/2006/main"/>
        </p:blipFill>
        <p:spPr>
          <a:xfrm xmlns:a="http://schemas.openxmlformats.org/drawingml/2006/main">
            <a:off x="7877175" y="1724025"/>
            <a:ext cx="3790950" cy="3829050"/>
          </a:xfrm>
          <a:prstGeom xmlns:a="http://schemas.openxmlformats.org/drawingml/2006/main" prst="rect">
            <a:avLst/>
          </a:prstGeom>
        </p:spPr>
      </p:pic>
      <p:sp>
        <p:nvSpPr>
          <p:cNvPr id="17419" name="illustration-caption">
            <a:extLst xmlns:a="http://schemas.openxmlformats.org/drawingml/2006/main">
              <a:ext uri="{FF2B5EF4-FFF2-40B4-BE49-F238E27FC236}">
                <a16:creationId xmlns:a16="http://schemas.microsoft.com/office/drawing/2014/main" id="{F16307CA-690B-4BBE-9E04-B4299C4D9A28}"/>
              </a:ext>
            </a:extLst>
          </p:cNvPr>
          <p:cNvSpPr>
            <a:spLocks xmlns:a="http://schemas.openxmlformats.org/drawingml/2006/main" noGrp="1"/>
          </p:cNvSpPr>
          <p:nvPr/>
        </p:nvSpPr>
        <p:spPr>
          <a:xfrm xmlns:a="http://schemas.openxmlformats.org/drawingml/2006/main">
            <a:off x="7877175" y="5610225"/>
            <a:ext cx="3790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Illustration of the intended review experience</a:t>
            </a:r>
          </a:p>
        </p:txBody>
      </p:sp>
      <p:sp>
        <p:nvSpPr>
          <p:cNvPr id="17420" name="impact-measurement">
            <a:extLst xmlns:a="http://schemas.openxmlformats.org/drawingml/2006/main">
              <a:ext uri="{FF2B5EF4-FFF2-40B4-BE49-F238E27FC236}">
                <a16:creationId xmlns:a16="http://schemas.microsoft.com/office/drawing/2014/main" id="{95D7822B-5B55-46BA-AFD8-1337D33A3D2F}"/>
              </a:ext>
            </a:extLst>
          </p:cNvPr>
          <p:cNvSpPr>
            <a:spLocks xmlns:a="http://schemas.openxmlformats.org/drawingml/2006/main" noGrp="1"/>
          </p:cNvSpPr>
          <p:nvPr/>
        </p:nvSpPr>
        <p:spPr>
          <a:xfrm xmlns:a="http://schemas.openxmlformats.org/drawingml/2006/main">
            <a:off x="457200" y="5886450"/>
            <a:ext cx="719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F766E"/>
                </a:solidFill>
                <a:latin typeface="Arial"/>
                <a:ea typeface="Arial"/>
                <a:cs typeface="Arial"/>
              </a:defRPr>
            </a:defPPr>
            <a:lvl1pPr algn="l">
              <a:defRPr sz="1350" b="1">
                <a:solidFill>
                  <a:srgbClr val="0F766E"/>
                </a:solidFill>
                <a:latin typeface="Arial"/>
                <a:ea typeface="Arial"/>
                <a:cs typeface="Arial"/>
              </a:defRPr>
            </a:lvl1pPr>
            <a:lvl2pPr algn="l">
              <a:defRPr sz="1350" b="1">
                <a:solidFill>
                  <a:srgbClr val="0F766E"/>
                </a:solidFill>
                <a:latin typeface="Arial"/>
                <a:ea typeface="Arial"/>
                <a:cs typeface="Arial"/>
              </a:defRPr>
            </a:lvl2pPr>
            <a:lvl3pPr algn="l">
              <a:defRPr sz="1350" b="1">
                <a:solidFill>
                  <a:srgbClr val="0F766E"/>
                </a:solidFill>
                <a:latin typeface="Arial"/>
                <a:ea typeface="Arial"/>
                <a:cs typeface="Arial"/>
              </a:defRPr>
            </a:lvl3pPr>
            <a:lvl4pPr algn="l">
              <a:defRPr sz="1350" b="1">
                <a:solidFill>
                  <a:srgbClr val="0F766E"/>
                </a:solidFill>
                <a:latin typeface="Arial"/>
                <a:ea typeface="Arial"/>
                <a:cs typeface="Arial"/>
              </a:defRPr>
            </a:lvl4pPr>
            <a:lvl5pPr algn="l">
              <a:defRPr sz="1350" b="1">
                <a:solidFill>
                  <a:srgbClr val="0F766E"/>
                </a:solidFill>
                <a:latin typeface="Arial"/>
                <a:ea typeface="Arial"/>
                <a:cs typeface="Arial"/>
              </a:defRPr>
            </a:lvl5pPr>
            <a:lvl6pPr algn="l">
              <a:defRPr sz="1350" b="1">
                <a:solidFill>
                  <a:srgbClr val="0F766E"/>
                </a:solidFill>
                <a:latin typeface="Arial"/>
                <a:ea typeface="Arial"/>
                <a:cs typeface="Arial"/>
              </a:defRPr>
            </a:lvl6pPr>
            <a:lvl7pPr algn="l">
              <a:defRPr sz="1350" b="1">
                <a:solidFill>
                  <a:srgbClr val="0F766E"/>
                </a:solidFill>
                <a:latin typeface="Arial"/>
                <a:ea typeface="Arial"/>
                <a:cs typeface="Arial"/>
              </a:defRPr>
            </a:lvl7pPr>
            <a:lvl8pPr algn="l">
              <a:defRPr sz="1350" b="1">
                <a:solidFill>
                  <a:srgbClr val="0F766E"/>
                </a:solidFill>
                <a:latin typeface="Arial"/>
                <a:ea typeface="Arial"/>
                <a:cs typeface="Arial"/>
              </a:defRPr>
            </a:lvl8pPr>
            <a:lvl9pPr algn="l">
              <a:defRPr sz="1350" b="1">
                <a:solidFill>
                  <a:srgbClr val="0F766E"/>
                </a:solidFill>
                <a:latin typeface="Arial"/>
                <a:ea typeface="Arial"/>
                <a:cs typeface="Arial"/>
              </a:defRPr>
            </a:lvl9pPr>
          </a:lstStyle>
          <a:p xmlns:a="http://schemas.openxmlformats.org/drawingml/2006/main">
            <a:pPr algn="l">
              <a:defRPr sz="1350" b="1">
                <a:solidFill>
                  <a:srgbClr val="0F766E"/>
                </a:solidFill>
                <a:latin typeface="Arial"/>
                <a:ea typeface="Arial"/>
                <a:cs typeface="Arial"/>
              </a:defRPr>
            </a:pPr>
            <a:r>
              <a:rPr sz="1350" b="1">
                <a:solidFill>
                  <a:srgbClr val="0F766E"/>
                </a:solidFill>
                <a:latin typeface="Arial"/>
                <a:ea typeface="Arial"/>
                <a:cs typeface="Arial"/>
              </a:rPr>
              <a:t>Expected benefits to validate in an officer pilot: review time, correction cycles and unsupported acceptance.</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785E9FC-90F2-4FC9-9F2C-E0B15890EA00}"/>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013E9192-2AD9-4C72-9C2F-6C15ED0F296B}"/>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8C630A04-5A25-9E0C-9436-126091DB86B3}" type="slidenum">
              <a:rPr sz="1125" b="1" i="0" u="none" strike="noStrike" cap="none" spc="0" baseline="0">
                <a:ln>
                  <a:noFill/>
                </a:ln>
                <a:solidFill>
                  <a:srgbClr val="FFFFFF"/>
                </a:solidFill>
                <a:latin typeface="Arial"/>
                <a:ea typeface="Arial"/>
                <a:cs typeface="Arial"/>
              </a:rPr>
              <a:t>6</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6839ED8-9F35-4284-9B2C-00483309C6F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pic>
        <p:nvPicPr>
          <p:cNvPr id="12" name="Picture 11">
            <a:extLst xmlns:a="http://schemas.openxmlformats.org/drawingml/2006/main">
              <a:ext uri="{FF2B5EF4-FFF2-40B4-BE49-F238E27FC236}">
                <a16:creationId xmlns:a16="http://schemas.microsoft.com/office/drawing/2014/main" id="{ED5D3136-D225-496F-A922-F79BD08D5958}"/>
              </a:ext>
            </a:extLst>
          </p:cNvPr>
          <p:cNvPicPr>
            <a:picLocks xmlns:a="http://schemas.openxmlformats.org/drawingml/2006/main" noChangeAspect="1"/>
          </p:cNvPicPr>
          <p:nvPr/>
        </p:nvPicPr>
        <p:blipFill>
          <a:blip xmlns:r="http://schemas.openxmlformats.org/officeDocument/2006/relationships" xmlns:a="http://schemas.openxmlformats.org/drawingml/2006/main" r:embed="Raf3bdf2ab20c461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0" name="registered-team-mark">
            <a:extLst xmlns:a="http://schemas.openxmlformats.org/drawingml/2006/main">
              <a:ext uri="{FF2B5EF4-FFF2-40B4-BE49-F238E27FC236}">
                <a16:creationId xmlns:a16="http://schemas.microsoft.com/office/drawing/2014/main" id="{263C5E68-2E49-44AC-A499-9D6BD0473184}"/>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sp>
        <p:nvSpPr>
          <p:cNvPr id="17411" name="research-subject">
            <a:extLst xmlns:a="http://schemas.openxmlformats.org/drawingml/2006/main">
              <a:ext uri="{FF2B5EF4-FFF2-40B4-BE49-F238E27FC236}">
                <a16:creationId xmlns:a16="http://schemas.microsoft.com/office/drawing/2014/main" id="{CB7F05D4-5827-4C85-9C56-907426BE5182}"/>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The opportunity is the connected scrutiny workflow</a:t>
            </a:r>
          </a:p>
        </p:txBody>
      </p:sp>
      <p:graphicFrame>
        <p:nvGraphicFramePr>
          <p:cNvPr id="17412" name="">
            <a:extLst xmlns:a="http://schemas.openxmlformats.org/drawingml/2006/main">
              <a:ext uri="{FF2B5EF4-FFF2-40B4-BE49-F238E27FC236}">
                <a16:creationId xmlns:a16="http://schemas.microsoft.com/office/drawing/2014/main" id="{7E9CD26A-DB28-4C5C-960F-FB24A448CA02}"/>
              </a:ext>
            </a:extLst>
          </p:cNvPr>
          <p:cNvGraphicFramePr/>
          <p:nvPr/>
        </p:nvGraphicFramePr>
        <p:xfrm>
          <a:off xmlns:a="http://schemas.openxmlformats.org/drawingml/2006/main" x="457200" y="1876425"/>
          <a:ext xmlns:a="http://schemas.openxmlformats.org/drawingml/2006/main" cx="6753225" cy="3057525"/>
        </p:xfrm>
        <a:graphic xmlns:a="http://schemas.openxmlformats.org/drawingml/2006/main">
          <a:graphicData uri="http://schemas.openxmlformats.org/drawingml/2006/table">
            <a:tbl>
              <a:tblPr/>
              <a:tblGrid>
                <a:gridCol w="2971800"/>
                <a:gridCol w="3781425"/>
              </a:tblGrid>
              <a:tr h="611505">
                <a:tc>
                  <a:txBody>
                    <a:bodyPr wrap="square" lIns="133350" tIns="95250" rIns="114300" bIns="95250">
                      <a:noAutofit/>
                    </a:bodyPr>
                    <a:lstStyle/>
                    <a:p>
                      <a:r>
                        <a:rPr sz="1575" b="1">
                          <a:solidFill>
                            <a:srgbClr val="FFFFFF"/>
                          </a:solidFill>
                          <a:latin typeface="Arial"/>
                          <a:ea typeface="Arial"/>
                          <a:cs typeface="Arial"/>
                        </a:rPr>
                        <a:t>Research finding</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Our design response</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611505">
                <a:tc>
                  <a:txBody>
                    <a:bodyPr wrap="square" lIns="133350" tIns="95250" rIns="114300" bIns="95250">
                      <a:noAutofit/>
                    </a:bodyPr>
                    <a:lstStyle/>
                    <a:p>
                      <a:r>
                        <a:rPr sz="1575" b="0">
                          <a:solidFill>
                            <a:srgbClr val="14243B"/>
                          </a:solidFill>
                          <a:latin typeface="Arial"/>
                          <a:ea typeface="Arial"/>
                          <a:cs typeface="Arial"/>
                        </a:rPr>
                        <a:t>Instabase supports packet validation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Check applicability for the selected institution, campus and period.</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Diligent supports evidence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Make the requested correction specific to the finding and document.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611505">
                <a:tc>
                  <a:txBody>
                    <a:bodyPr wrap="square" lIns="133350" tIns="95250" rIns="114300" bIns="95250">
                      <a:noAutofit/>
                    </a:bodyPr>
                    <a:lstStyle/>
                    <a:p>
                      <a:r>
                        <a:rPr sz="1575" b="0">
                          <a:solidFill>
                            <a:srgbClr val="14243B"/>
                          </a:solidFill>
                          <a:latin typeface="Arial"/>
                          <a:ea typeface="Arial"/>
                          <a:cs typeface="Arial"/>
                        </a:rPr>
                        <a:t>Kloom advertises evidence re-evaluation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Show replacement impact and preserve review validity in the institutional case.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Official sources have access boundaries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Keep source coverage, outages and simulation explicit.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3" name="references-label">
            <a:extLst xmlns:a="http://schemas.openxmlformats.org/drawingml/2006/main">
              <a:ext uri="{FF2B5EF4-FFF2-40B4-BE49-F238E27FC236}">
                <a16:creationId xmlns:a16="http://schemas.microsoft.com/office/drawing/2014/main" id="{055E353E-2B62-44F6-9756-124A07FE0132}"/>
              </a:ext>
            </a:extLst>
          </p:cNvPr>
          <p:cNvSpPr>
            <a:spLocks xmlns:a="http://schemas.openxmlformats.org/drawingml/2006/main" noGrp="1"/>
          </p:cNvSpPr>
          <p:nvPr/>
        </p:nvSpPr>
        <p:spPr>
          <a:xfrm xmlns:a="http://schemas.openxmlformats.org/drawingml/2006/main">
            <a:off x="7620000" y="18764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F766E"/>
                </a:solidFill>
                <a:latin typeface="Arial"/>
                <a:ea typeface="Arial"/>
                <a:cs typeface="Arial"/>
              </a:defRPr>
            </a:defPPr>
            <a:lvl1pPr algn="l">
              <a:defRPr sz="1725" b="1">
                <a:solidFill>
                  <a:srgbClr val="0F766E"/>
                </a:solidFill>
                <a:latin typeface="Arial"/>
                <a:ea typeface="Arial"/>
                <a:cs typeface="Arial"/>
              </a:defRPr>
            </a:lvl1pPr>
            <a:lvl2pPr algn="l">
              <a:defRPr sz="1725" b="1">
                <a:solidFill>
                  <a:srgbClr val="0F766E"/>
                </a:solidFill>
                <a:latin typeface="Arial"/>
                <a:ea typeface="Arial"/>
                <a:cs typeface="Arial"/>
              </a:defRPr>
            </a:lvl2pPr>
            <a:lvl3pPr algn="l">
              <a:defRPr sz="1725" b="1">
                <a:solidFill>
                  <a:srgbClr val="0F766E"/>
                </a:solidFill>
                <a:latin typeface="Arial"/>
                <a:ea typeface="Arial"/>
                <a:cs typeface="Arial"/>
              </a:defRPr>
            </a:lvl3pPr>
            <a:lvl4pPr algn="l">
              <a:defRPr sz="1725" b="1">
                <a:solidFill>
                  <a:srgbClr val="0F766E"/>
                </a:solidFill>
                <a:latin typeface="Arial"/>
                <a:ea typeface="Arial"/>
                <a:cs typeface="Arial"/>
              </a:defRPr>
            </a:lvl4pPr>
            <a:lvl5pPr algn="l">
              <a:defRPr sz="1725" b="1">
                <a:solidFill>
                  <a:srgbClr val="0F766E"/>
                </a:solidFill>
                <a:latin typeface="Arial"/>
                <a:ea typeface="Arial"/>
                <a:cs typeface="Arial"/>
              </a:defRPr>
            </a:lvl5pPr>
            <a:lvl6pPr algn="l">
              <a:defRPr sz="1725" b="1">
                <a:solidFill>
                  <a:srgbClr val="0F766E"/>
                </a:solidFill>
                <a:latin typeface="Arial"/>
                <a:ea typeface="Arial"/>
                <a:cs typeface="Arial"/>
              </a:defRPr>
            </a:lvl6pPr>
            <a:lvl7pPr algn="l">
              <a:defRPr sz="1725" b="1">
                <a:solidFill>
                  <a:srgbClr val="0F766E"/>
                </a:solidFill>
                <a:latin typeface="Arial"/>
                <a:ea typeface="Arial"/>
                <a:cs typeface="Arial"/>
              </a:defRPr>
            </a:lvl7pPr>
            <a:lvl8pPr algn="l">
              <a:defRPr sz="1725" b="1">
                <a:solidFill>
                  <a:srgbClr val="0F766E"/>
                </a:solidFill>
                <a:latin typeface="Arial"/>
                <a:ea typeface="Arial"/>
                <a:cs typeface="Arial"/>
              </a:defRPr>
            </a:lvl8pPr>
            <a:lvl9pPr algn="l">
              <a:defRPr sz="1725" b="1">
                <a:solidFill>
                  <a:srgbClr val="0F766E"/>
                </a:solidFill>
                <a:latin typeface="Arial"/>
                <a:ea typeface="Arial"/>
                <a:cs typeface="Arial"/>
              </a:defRPr>
            </a:lvl9pPr>
          </a:lstStyle>
          <a:p xmlns:a="http://schemas.openxmlformats.org/drawingml/2006/main">
            <a:pPr algn="l">
              <a:defRPr sz="1725" b="1">
                <a:solidFill>
                  <a:srgbClr val="0F766E"/>
                </a:solidFill>
                <a:latin typeface="Arial"/>
                <a:ea typeface="Arial"/>
                <a:cs typeface="Arial"/>
              </a:defRPr>
            </a:pPr>
            <a:r>
              <a:rPr sz="1725" b="1">
                <a:solidFill>
                  <a:srgbClr val="0F766E"/>
                </a:solidFill>
                <a:latin typeface="Arial"/>
                <a:ea typeface="Arial"/>
                <a:cs typeface="Arial"/>
              </a:rPr>
              <a:t>REFERENCE LINKS</a:t>
            </a:r>
          </a:p>
        </p:txBody>
      </p:sp>
      <p:sp>
        <p:nvSpPr>
          <p:cNvPr id="17414" name="reference-1">
            <a:extLst xmlns:a="http://schemas.openxmlformats.org/drawingml/2006/main">
              <a:ext uri="{FF2B5EF4-FFF2-40B4-BE49-F238E27FC236}">
                <a16:creationId xmlns:a16="http://schemas.microsoft.com/office/drawing/2014/main" id="{86DA37EE-B5A5-4167-B091-7FB39CD1227C}"/>
              </a:ext>
            </a:extLst>
          </p:cNvPr>
          <p:cNvSpPr>
            <a:spLocks xmlns:a="http://schemas.openxmlformats.org/drawingml/2006/main" noGrp="1"/>
          </p:cNvSpPr>
          <p:nvPr/>
        </p:nvSpPr>
        <p:spPr>
          <a:xfrm xmlns:a="http://schemas.openxmlformats.org/drawingml/2006/main">
            <a:off x="7620000" y="23241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05f35850d93244f8"/>
              </a:rPr>
              <a:t>AICTE handbook release</a:t>
            </a:r>
          </a:p>
        </p:txBody>
      </p:sp>
      <p:sp>
        <p:nvSpPr>
          <p:cNvPr id="17415" name="reference-source-1">
            <a:extLst xmlns:a="http://schemas.openxmlformats.org/drawingml/2006/main">
              <a:ext uri="{FF2B5EF4-FFF2-40B4-BE49-F238E27FC236}">
                <a16:creationId xmlns:a16="http://schemas.microsoft.com/office/drawing/2014/main" id="{4E5FAECF-C4F8-46B7-9980-27B5D544B29F}"/>
              </a:ext>
            </a:extLst>
          </p:cNvPr>
          <p:cNvSpPr>
            <a:spLocks xmlns:a="http://schemas.openxmlformats.org/drawingml/2006/main" noGrp="1"/>
          </p:cNvSpPr>
          <p:nvPr/>
        </p:nvSpPr>
        <p:spPr>
          <a:xfrm xmlns:a="http://schemas.openxmlformats.org/drawingml/2006/main">
            <a:off x="7620000" y="25908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Ministry of Education / PIB</a:t>
            </a:r>
          </a:p>
        </p:txBody>
      </p:sp>
      <p:sp>
        <p:nvSpPr>
          <p:cNvPr id="17416" name="reference-2">
            <a:extLst xmlns:a="http://schemas.openxmlformats.org/drawingml/2006/main">
              <a:ext uri="{FF2B5EF4-FFF2-40B4-BE49-F238E27FC236}">
                <a16:creationId xmlns:a16="http://schemas.microsoft.com/office/drawing/2014/main" id="{3F0B6344-5E60-4EC9-8B88-6935C87FF0A5}"/>
              </a:ext>
            </a:extLst>
          </p:cNvPr>
          <p:cNvSpPr>
            <a:spLocks xmlns:a="http://schemas.openxmlformats.org/drawingml/2006/main" noGrp="1"/>
          </p:cNvSpPr>
          <p:nvPr/>
        </p:nvSpPr>
        <p:spPr>
          <a:xfrm xmlns:a="http://schemas.openxmlformats.org/drawingml/2006/main">
            <a:off x="7620000" y="296227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5a950db864924864"/>
              </a:rPr>
              <a:t>Packet validation</a:t>
            </a:r>
          </a:p>
        </p:txBody>
      </p:sp>
      <p:sp>
        <p:nvSpPr>
          <p:cNvPr id="17417" name="reference-source-2">
            <a:extLst xmlns:a="http://schemas.openxmlformats.org/drawingml/2006/main">
              <a:ext uri="{FF2B5EF4-FFF2-40B4-BE49-F238E27FC236}">
                <a16:creationId xmlns:a16="http://schemas.microsoft.com/office/drawing/2014/main" id="{17444F11-3126-4673-9A3D-ED31B1844B28}"/>
              </a:ext>
            </a:extLst>
          </p:cNvPr>
          <p:cNvSpPr>
            <a:spLocks xmlns:a="http://schemas.openxmlformats.org/drawingml/2006/main" noGrp="1"/>
          </p:cNvSpPr>
          <p:nvPr/>
        </p:nvSpPr>
        <p:spPr>
          <a:xfrm xmlns:a="http://schemas.openxmlformats.org/drawingml/2006/main">
            <a:off x="7620000" y="322897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Instabase documentation</a:t>
            </a:r>
          </a:p>
        </p:txBody>
      </p:sp>
      <p:sp>
        <p:nvSpPr>
          <p:cNvPr id="17418" name="reference-3">
            <a:extLst xmlns:a="http://schemas.openxmlformats.org/drawingml/2006/main">
              <a:ext uri="{FF2B5EF4-FFF2-40B4-BE49-F238E27FC236}">
                <a16:creationId xmlns:a16="http://schemas.microsoft.com/office/drawing/2014/main" id="{F4B0AFD7-0284-470F-9204-6682DDF49D53}"/>
              </a:ext>
            </a:extLst>
          </p:cNvPr>
          <p:cNvSpPr>
            <a:spLocks xmlns:a="http://schemas.openxmlformats.org/drawingml/2006/main" noGrp="1"/>
          </p:cNvSpPr>
          <p:nvPr/>
        </p:nvSpPr>
        <p:spPr>
          <a:xfrm xmlns:a="http://schemas.openxmlformats.org/drawingml/2006/main">
            <a:off x="7620000" y="360045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3937b4e68df34164"/>
              </a:rPr>
              <a:t>Evidence submission and review</a:t>
            </a:r>
          </a:p>
        </p:txBody>
      </p:sp>
      <p:sp>
        <p:nvSpPr>
          <p:cNvPr id="17419" name="reference-source-3">
            <a:extLst xmlns:a="http://schemas.openxmlformats.org/drawingml/2006/main">
              <a:ext uri="{FF2B5EF4-FFF2-40B4-BE49-F238E27FC236}">
                <a16:creationId xmlns:a16="http://schemas.microsoft.com/office/drawing/2014/main" id="{C7C40211-0264-483C-ACB7-EA1DD6F20F2A}"/>
              </a:ext>
            </a:extLst>
          </p:cNvPr>
          <p:cNvSpPr>
            <a:spLocks xmlns:a="http://schemas.openxmlformats.org/drawingml/2006/main" noGrp="1"/>
          </p:cNvSpPr>
          <p:nvPr/>
        </p:nvSpPr>
        <p:spPr>
          <a:xfrm xmlns:a="http://schemas.openxmlformats.org/drawingml/2006/main">
            <a:off x="7620000" y="386715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Diligent documentation</a:t>
            </a:r>
          </a:p>
        </p:txBody>
      </p:sp>
      <p:sp>
        <p:nvSpPr>
          <p:cNvPr id="17420" name="reference-4">
            <a:extLst xmlns:a="http://schemas.openxmlformats.org/drawingml/2006/main">
              <a:ext uri="{FF2B5EF4-FFF2-40B4-BE49-F238E27FC236}">
                <a16:creationId xmlns:a16="http://schemas.microsoft.com/office/drawing/2014/main" id="{1FFCD86C-D916-4D0E-AF1E-9F8C54413B94}"/>
              </a:ext>
            </a:extLst>
          </p:cNvPr>
          <p:cNvSpPr>
            <a:spLocks xmlns:a="http://schemas.openxmlformats.org/drawingml/2006/main" noGrp="1"/>
          </p:cNvSpPr>
          <p:nvPr/>
        </p:nvSpPr>
        <p:spPr>
          <a:xfrm xmlns:a="http://schemas.openxmlformats.org/drawingml/2006/main">
            <a:off x="7620000" y="423862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ef9ad18c42f049ed"/>
              </a:rPr>
              <a:t>Continuous evidence re-evaluation</a:t>
            </a:r>
          </a:p>
        </p:txBody>
      </p:sp>
      <p:sp>
        <p:nvSpPr>
          <p:cNvPr id="17421" name="reference-source-4">
            <a:extLst xmlns:a="http://schemas.openxmlformats.org/drawingml/2006/main">
              <a:ext uri="{FF2B5EF4-FFF2-40B4-BE49-F238E27FC236}">
                <a16:creationId xmlns:a16="http://schemas.microsoft.com/office/drawing/2014/main" id="{F25482E7-66BB-42C0-A695-0FF89C1C119E}"/>
              </a:ext>
            </a:extLst>
          </p:cNvPr>
          <p:cNvSpPr>
            <a:spLocks xmlns:a="http://schemas.openxmlformats.org/drawingml/2006/main" noGrp="1"/>
          </p:cNvSpPr>
          <p:nvPr/>
        </p:nvSpPr>
        <p:spPr>
          <a:xfrm xmlns:a="http://schemas.openxmlformats.org/drawingml/2006/main">
            <a:off x="7620000" y="450532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Kloom product description</a:t>
            </a:r>
          </a:p>
        </p:txBody>
      </p:sp>
      <p:sp>
        <p:nvSpPr>
          <p:cNvPr id="17422" name="reference-5">
            <a:extLst xmlns:a="http://schemas.openxmlformats.org/drawingml/2006/main">
              <a:ext uri="{FF2B5EF4-FFF2-40B4-BE49-F238E27FC236}">
                <a16:creationId xmlns:a16="http://schemas.microsoft.com/office/drawing/2014/main" id="{E87F4CBD-01B5-4EC8-9CB6-6D199D7D057F}"/>
              </a:ext>
            </a:extLst>
          </p:cNvPr>
          <p:cNvSpPr>
            <a:spLocks xmlns:a="http://schemas.openxmlformats.org/drawingml/2006/main" noGrp="1"/>
          </p:cNvSpPr>
          <p:nvPr/>
        </p:nvSpPr>
        <p:spPr>
          <a:xfrm xmlns:a="http://schemas.openxmlformats.org/drawingml/2006/main">
            <a:off x="7620000" y="48768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d361073c1c5b46e0"/>
              </a:rPr>
              <a:t>Entity Locker</a:t>
            </a:r>
          </a:p>
        </p:txBody>
      </p:sp>
      <p:sp>
        <p:nvSpPr>
          <p:cNvPr id="17423" name="reference-source-5">
            <a:extLst xmlns:a="http://schemas.openxmlformats.org/drawingml/2006/main">
              <a:ext uri="{FF2B5EF4-FFF2-40B4-BE49-F238E27FC236}">
                <a16:creationId xmlns:a16="http://schemas.microsoft.com/office/drawing/2014/main" id="{40F3F2A6-D50D-4E04-9CD2-1CD98EDF4AF1}"/>
              </a:ext>
            </a:extLst>
          </p:cNvPr>
          <p:cNvSpPr>
            <a:spLocks xmlns:a="http://schemas.openxmlformats.org/drawingml/2006/main" noGrp="1"/>
          </p:cNvSpPr>
          <p:nvPr/>
        </p:nvSpPr>
        <p:spPr>
          <a:xfrm xmlns:a="http://schemas.openxmlformats.org/drawingml/2006/main">
            <a:off x="7620000" y="51435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MeitY / PIB</a:t>
            </a:r>
          </a:p>
        </p:txBody>
      </p:sp>
      <p:sp>
        <p:nvSpPr>
          <p:cNvPr id="17424" name="research-contribution">
            <a:extLst xmlns:a="http://schemas.openxmlformats.org/drawingml/2006/main">
              <a:ext uri="{FF2B5EF4-FFF2-40B4-BE49-F238E27FC236}">
                <a16:creationId xmlns:a16="http://schemas.microsoft.com/office/drawing/2014/main" id="{0D769EE7-DF50-4982-89F1-B183D51F7B52}"/>
              </a:ext>
            </a:extLst>
          </p:cNvPr>
          <p:cNvSpPr>
            <a:spLocks xmlns:a="http://schemas.openxmlformats.org/drawingml/2006/main" noGrp="1"/>
          </p:cNvSpPr>
          <p:nvPr/>
        </p:nvSpPr>
        <p:spPr>
          <a:xfrm xmlns:a="http://schemas.openxmlformats.org/drawingml/2006/main">
            <a:off x="457200" y="5257800"/>
            <a:ext cx="676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F766E"/>
                </a:solidFill>
                <a:latin typeface="Arial"/>
                <a:ea typeface="Arial"/>
                <a:cs typeface="Arial"/>
              </a:defRPr>
            </a:defPPr>
            <a:lvl1pPr algn="l">
              <a:defRPr sz="1875" b="1">
                <a:solidFill>
                  <a:srgbClr val="0F766E"/>
                </a:solidFill>
                <a:latin typeface="Arial"/>
                <a:ea typeface="Arial"/>
                <a:cs typeface="Arial"/>
              </a:defRPr>
            </a:lvl1pPr>
            <a:lvl2pPr algn="l">
              <a:defRPr sz="1875" b="1">
                <a:solidFill>
                  <a:srgbClr val="0F766E"/>
                </a:solidFill>
                <a:latin typeface="Arial"/>
                <a:ea typeface="Arial"/>
                <a:cs typeface="Arial"/>
              </a:defRPr>
            </a:lvl2pPr>
            <a:lvl3pPr algn="l">
              <a:defRPr sz="1875" b="1">
                <a:solidFill>
                  <a:srgbClr val="0F766E"/>
                </a:solidFill>
                <a:latin typeface="Arial"/>
                <a:ea typeface="Arial"/>
                <a:cs typeface="Arial"/>
              </a:defRPr>
            </a:lvl3pPr>
            <a:lvl4pPr algn="l">
              <a:defRPr sz="1875" b="1">
                <a:solidFill>
                  <a:srgbClr val="0F766E"/>
                </a:solidFill>
                <a:latin typeface="Arial"/>
                <a:ea typeface="Arial"/>
                <a:cs typeface="Arial"/>
              </a:defRPr>
            </a:lvl4pPr>
            <a:lvl5pPr algn="l">
              <a:defRPr sz="1875" b="1">
                <a:solidFill>
                  <a:srgbClr val="0F766E"/>
                </a:solidFill>
                <a:latin typeface="Arial"/>
                <a:ea typeface="Arial"/>
                <a:cs typeface="Arial"/>
              </a:defRPr>
            </a:lvl5pPr>
            <a:lvl6pPr algn="l">
              <a:defRPr sz="1875" b="1">
                <a:solidFill>
                  <a:srgbClr val="0F766E"/>
                </a:solidFill>
                <a:latin typeface="Arial"/>
                <a:ea typeface="Arial"/>
                <a:cs typeface="Arial"/>
              </a:defRPr>
            </a:lvl6pPr>
            <a:lvl7pPr algn="l">
              <a:defRPr sz="1875" b="1">
                <a:solidFill>
                  <a:srgbClr val="0F766E"/>
                </a:solidFill>
                <a:latin typeface="Arial"/>
                <a:ea typeface="Arial"/>
                <a:cs typeface="Arial"/>
              </a:defRPr>
            </a:lvl7pPr>
            <a:lvl8pPr algn="l">
              <a:defRPr sz="1875" b="1">
                <a:solidFill>
                  <a:srgbClr val="0F766E"/>
                </a:solidFill>
                <a:latin typeface="Arial"/>
                <a:ea typeface="Arial"/>
                <a:cs typeface="Arial"/>
              </a:defRPr>
            </a:lvl8pPr>
            <a:lvl9pPr algn="l">
              <a:defRPr sz="1875" b="1">
                <a:solidFill>
                  <a:srgbClr val="0F766E"/>
                </a:solidFill>
                <a:latin typeface="Arial"/>
                <a:ea typeface="Arial"/>
                <a:cs typeface="Arial"/>
              </a:defRPr>
            </a:lvl9pPr>
          </a:lstStyle>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Our contribution: applicable evidence, precise clarification and correction impact in one working review journey</a:t>
            </a:r>
          </a:p>
        </p:txBody>
      </p:sp>
      <p:sp>
        <p:nvSpPr>
          <p:cNvPr id="17425" name="research-boundary">
            <a:extLst xmlns:a="http://schemas.openxmlformats.org/drawingml/2006/main">
              <a:ext uri="{FF2B5EF4-FFF2-40B4-BE49-F238E27FC236}">
                <a16:creationId xmlns:a16="http://schemas.microsoft.com/office/drawing/2014/main" id="{0DC8EBA1-223E-4A7F-B01D-E5A5D1ADBA6A}"/>
              </a:ext>
            </a:extLst>
          </p:cNvPr>
          <p:cNvSpPr>
            <a:spLocks xmlns:a="http://schemas.openxmlformats.org/drawingml/2006/main" noGrp="1"/>
          </p:cNvSpPr>
          <p:nvPr/>
        </p:nvSpPr>
        <p:spPr>
          <a:xfrm xmlns:a="http://schemas.openxmlformats.org/drawingml/2006/main">
            <a:off x="457200" y="6000750"/>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Public research identifies an implementation opportunity. It does not establish worldwide novelty.</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2026-10-27T17:44:16.8450000Z</dcterms:created>
  <dcterms:modified xsi:type="dcterms:W3CDTF">2026-10-27T17:44:16.8460000Z</dcterms:modified>
</coreProperties>
</file>